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94660"/>
  </p:normalViewPr>
  <p:slideViewPr>
    <p:cSldViewPr snapToGrid="0">
      <p:cViewPr varScale="1">
        <p:scale>
          <a:sx n="44" d="100"/>
          <a:sy n="44" d="100"/>
        </p:scale>
        <p:origin x="6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FAA99E-E239-4436-971E-1623FD0C882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804E29A-1F60-48A0-B790-2024C07BEA30}">
      <dgm:prSet/>
      <dgm:spPr/>
      <dgm:t>
        <a:bodyPr/>
        <a:lstStyle/>
        <a:p>
          <a:r>
            <a:rPr lang="en-US"/>
            <a:t>- week 2 </a:t>
          </a:r>
          <a:r>
            <a:rPr lang="ko-KR"/>
            <a:t>작성 내용</a:t>
          </a:r>
          <a:endParaRPr lang="en-US"/>
        </a:p>
      </dgm:t>
    </dgm:pt>
    <dgm:pt modelId="{66EFE6FF-6B11-473C-9C21-E290848E2C70}" type="parTrans" cxnId="{1E7AF329-40EA-47C6-8F79-E2E75ABBC876}">
      <dgm:prSet/>
      <dgm:spPr/>
      <dgm:t>
        <a:bodyPr/>
        <a:lstStyle/>
        <a:p>
          <a:endParaRPr lang="en-US"/>
        </a:p>
      </dgm:t>
    </dgm:pt>
    <dgm:pt modelId="{F5B49841-6612-418A-BCB9-4272D25DA2EF}" type="sibTrans" cxnId="{1E7AF329-40EA-47C6-8F79-E2E75ABBC876}">
      <dgm:prSet/>
      <dgm:spPr/>
      <dgm:t>
        <a:bodyPr/>
        <a:lstStyle/>
        <a:p>
          <a:endParaRPr lang="en-US"/>
        </a:p>
      </dgm:t>
    </dgm:pt>
    <dgm:pt modelId="{E12AC4D6-2025-454D-9D2E-AC3FEF2F7979}">
      <dgm:prSet/>
      <dgm:spPr/>
      <dgm:t>
        <a:bodyPr/>
        <a:lstStyle/>
        <a:p>
          <a:r>
            <a:rPr lang="en-US"/>
            <a:t>-&gt; 4</a:t>
          </a:r>
          <a:r>
            <a:rPr lang="ko-KR"/>
            <a:t>가지의 아이디어 원천 </a:t>
          </a:r>
          <a:r>
            <a:rPr lang="en-US"/>
            <a:t>, </a:t>
          </a:r>
          <a:r>
            <a:rPr lang="ko-KR"/>
            <a:t>창업 아이템을 선정</a:t>
          </a:r>
          <a:r>
            <a:rPr lang="en-US"/>
            <a:t>(</a:t>
          </a:r>
          <a:r>
            <a:rPr lang="ko-KR"/>
            <a:t>방수 밴드</a:t>
          </a:r>
          <a:r>
            <a:rPr lang="en-US"/>
            <a:t>~</a:t>
          </a:r>
          <a:r>
            <a:rPr lang="ko-KR"/>
            <a:t>방수 재질 티셔즈</a:t>
          </a:r>
          <a:endParaRPr lang="en-US"/>
        </a:p>
      </dgm:t>
    </dgm:pt>
    <dgm:pt modelId="{10530D51-6F71-41EC-841C-D2BB4C1AB0E7}" type="parTrans" cxnId="{1EA6667F-867A-4ADE-B81B-206887E4A871}">
      <dgm:prSet/>
      <dgm:spPr/>
      <dgm:t>
        <a:bodyPr/>
        <a:lstStyle/>
        <a:p>
          <a:endParaRPr lang="en-US"/>
        </a:p>
      </dgm:t>
    </dgm:pt>
    <dgm:pt modelId="{26940130-78F5-44E6-A6E4-D83DE6885144}" type="sibTrans" cxnId="{1EA6667F-867A-4ADE-B81B-206887E4A871}">
      <dgm:prSet/>
      <dgm:spPr/>
      <dgm:t>
        <a:bodyPr/>
        <a:lstStyle/>
        <a:p>
          <a:endParaRPr lang="en-US"/>
        </a:p>
      </dgm:t>
    </dgm:pt>
    <dgm:pt modelId="{4901248F-33DE-4A94-BB8B-18E8E3FE45A1}">
      <dgm:prSet/>
      <dgm:spPr/>
      <dgm:t>
        <a:bodyPr/>
        <a:lstStyle/>
        <a:p>
          <a:r>
            <a:rPr lang="en-US"/>
            <a:t>Week 3 </a:t>
          </a:r>
          <a:r>
            <a:rPr lang="ko-KR"/>
            <a:t>작성 내용</a:t>
          </a:r>
          <a:endParaRPr lang="en-US"/>
        </a:p>
      </dgm:t>
    </dgm:pt>
    <dgm:pt modelId="{D33C08AA-852F-48A2-8D07-7E0F56BA9C66}" type="parTrans" cxnId="{B3F613B2-37C7-44E9-B70A-7024E724956D}">
      <dgm:prSet/>
      <dgm:spPr/>
      <dgm:t>
        <a:bodyPr/>
        <a:lstStyle/>
        <a:p>
          <a:endParaRPr lang="en-US"/>
        </a:p>
      </dgm:t>
    </dgm:pt>
    <dgm:pt modelId="{6B7DB609-ECDC-4160-9574-317F05ABA20C}" type="sibTrans" cxnId="{B3F613B2-37C7-44E9-B70A-7024E724956D}">
      <dgm:prSet/>
      <dgm:spPr/>
      <dgm:t>
        <a:bodyPr/>
        <a:lstStyle/>
        <a:p>
          <a:endParaRPr lang="en-US"/>
        </a:p>
      </dgm:t>
    </dgm:pt>
    <dgm:pt modelId="{5ACC8BD8-221F-4A7B-AED2-4824986B4699}">
      <dgm:prSet/>
      <dgm:spPr/>
      <dgm:t>
        <a:bodyPr/>
        <a:lstStyle/>
        <a:p>
          <a:r>
            <a:rPr lang="en-US"/>
            <a:t>-&gt;</a:t>
          </a:r>
          <a:r>
            <a:rPr lang="ko-KR"/>
            <a:t>쿠팡의 현상을 중점으로 문제의 현상</a:t>
          </a:r>
          <a:r>
            <a:rPr lang="en-US"/>
            <a:t>~ </a:t>
          </a:r>
          <a:r>
            <a:rPr lang="ko-KR"/>
            <a:t>본질을 서비스 이용 사용자와 공급자의 관점에서 작성</a:t>
          </a:r>
          <a:endParaRPr lang="en-US"/>
        </a:p>
      </dgm:t>
    </dgm:pt>
    <dgm:pt modelId="{4818877E-9C91-47AE-8FCE-49FC998C4922}" type="parTrans" cxnId="{18389A33-790F-41BD-B8E3-5B565F679D0E}">
      <dgm:prSet/>
      <dgm:spPr/>
      <dgm:t>
        <a:bodyPr/>
        <a:lstStyle/>
        <a:p>
          <a:endParaRPr lang="en-US"/>
        </a:p>
      </dgm:t>
    </dgm:pt>
    <dgm:pt modelId="{88B5A61C-AB46-4B21-8B1B-38707434EA6B}" type="sibTrans" cxnId="{18389A33-790F-41BD-B8E3-5B565F679D0E}">
      <dgm:prSet/>
      <dgm:spPr/>
      <dgm:t>
        <a:bodyPr/>
        <a:lstStyle/>
        <a:p>
          <a:endParaRPr lang="en-US"/>
        </a:p>
      </dgm:t>
    </dgm:pt>
    <dgm:pt modelId="{460017A3-CD59-4A25-BFDC-31AD497EA703}" type="pres">
      <dgm:prSet presAssocID="{C9FAA99E-E239-4436-971E-1623FD0C8826}" presName="linear" presStyleCnt="0">
        <dgm:presLayoutVars>
          <dgm:animLvl val="lvl"/>
          <dgm:resizeHandles val="exact"/>
        </dgm:presLayoutVars>
      </dgm:prSet>
      <dgm:spPr/>
    </dgm:pt>
    <dgm:pt modelId="{A2B20256-765C-4523-8215-D1E5A3BCD017}" type="pres">
      <dgm:prSet presAssocID="{1804E29A-1F60-48A0-B790-2024C07BEA3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182F00-3C08-4D0A-91D6-922AC19A9C0C}" type="pres">
      <dgm:prSet presAssocID="{F5B49841-6612-418A-BCB9-4272D25DA2EF}" presName="spacer" presStyleCnt="0"/>
      <dgm:spPr/>
    </dgm:pt>
    <dgm:pt modelId="{4F8537FF-63C6-41E4-A46F-46145E638326}" type="pres">
      <dgm:prSet presAssocID="{E12AC4D6-2025-454D-9D2E-AC3FEF2F79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8E38FC7-F1E2-4B56-8939-4A050906E0FD}" type="pres">
      <dgm:prSet presAssocID="{26940130-78F5-44E6-A6E4-D83DE6885144}" presName="spacer" presStyleCnt="0"/>
      <dgm:spPr/>
    </dgm:pt>
    <dgm:pt modelId="{F9069113-134B-4140-99D6-A97A4BA77BCC}" type="pres">
      <dgm:prSet presAssocID="{4901248F-33DE-4A94-BB8B-18E8E3FE45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F1DD5CB-99C6-4B12-B18B-FD0E775E3ECB}" type="pres">
      <dgm:prSet presAssocID="{6B7DB609-ECDC-4160-9574-317F05ABA20C}" presName="spacer" presStyleCnt="0"/>
      <dgm:spPr/>
    </dgm:pt>
    <dgm:pt modelId="{B1BEFE6F-E77E-4E5C-AAD0-E1437D379ACD}" type="pres">
      <dgm:prSet presAssocID="{5ACC8BD8-221F-4A7B-AED2-4824986B469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E7AF329-40EA-47C6-8F79-E2E75ABBC876}" srcId="{C9FAA99E-E239-4436-971E-1623FD0C8826}" destId="{1804E29A-1F60-48A0-B790-2024C07BEA30}" srcOrd="0" destOrd="0" parTransId="{66EFE6FF-6B11-473C-9C21-E290848E2C70}" sibTransId="{F5B49841-6612-418A-BCB9-4272D25DA2EF}"/>
    <dgm:cxn modelId="{3CAB622F-7BD3-4553-8E9C-213925E5DAA9}" type="presOf" srcId="{5ACC8BD8-221F-4A7B-AED2-4824986B4699}" destId="{B1BEFE6F-E77E-4E5C-AAD0-E1437D379ACD}" srcOrd="0" destOrd="0" presId="urn:microsoft.com/office/officeart/2005/8/layout/vList2"/>
    <dgm:cxn modelId="{18389A33-790F-41BD-B8E3-5B565F679D0E}" srcId="{C9FAA99E-E239-4436-971E-1623FD0C8826}" destId="{5ACC8BD8-221F-4A7B-AED2-4824986B4699}" srcOrd="3" destOrd="0" parTransId="{4818877E-9C91-47AE-8FCE-49FC998C4922}" sibTransId="{88B5A61C-AB46-4B21-8B1B-38707434EA6B}"/>
    <dgm:cxn modelId="{3CB9F06F-BF67-4A4E-A5E5-DEDC3B6F0DD4}" type="presOf" srcId="{1804E29A-1F60-48A0-B790-2024C07BEA30}" destId="{A2B20256-765C-4523-8215-D1E5A3BCD017}" srcOrd="0" destOrd="0" presId="urn:microsoft.com/office/officeart/2005/8/layout/vList2"/>
    <dgm:cxn modelId="{1EA6667F-867A-4ADE-B81B-206887E4A871}" srcId="{C9FAA99E-E239-4436-971E-1623FD0C8826}" destId="{E12AC4D6-2025-454D-9D2E-AC3FEF2F7979}" srcOrd="1" destOrd="0" parTransId="{10530D51-6F71-41EC-841C-D2BB4C1AB0E7}" sibTransId="{26940130-78F5-44E6-A6E4-D83DE6885144}"/>
    <dgm:cxn modelId="{29F54289-8B7F-4251-A5B8-32968738DD1A}" type="presOf" srcId="{C9FAA99E-E239-4436-971E-1623FD0C8826}" destId="{460017A3-CD59-4A25-BFDC-31AD497EA703}" srcOrd="0" destOrd="0" presId="urn:microsoft.com/office/officeart/2005/8/layout/vList2"/>
    <dgm:cxn modelId="{B3F613B2-37C7-44E9-B70A-7024E724956D}" srcId="{C9FAA99E-E239-4436-971E-1623FD0C8826}" destId="{4901248F-33DE-4A94-BB8B-18E8E3FE45A1}" srcOrd="2" destOrd="0" parTransId="{D33C08AA-852F-48A2-8D07-7E0F56BA9C66}" sibTransId="{6B7DB609-ECDC-4160-9574-317F05ABA20C}"/>
    <dgm:cxn modelId="{6A7BB2EC-CD99-472F-9DDF-03D8D3A29884}" type="presOf" srcId="{4901248F-33DE-4A94-BB8B-18E8E3FE45A1}" destId="{F9069113-134B-4140-99D6-A97A4BA77BCC}" srcOrd="0" destOrd="0" presId="urn:microsoft.com/office/officeart/2005/8/layout/vList2"/>
    <dgm:cxn modelId="{41BA79FF-9A51-495C-B424-839FB87209C6}" type="presOf" srcId="{E12AC4D6-2025-454D-9D2E-AC3FEF2F7979}" destId="{4F8537FF-63C6-41E4-A46F-46145E638326}" srcOrd="0" destOrd="0" presId="urn:microsoft.com/office/officeart/2005/8/layout/vList2"/>
    <dgm:cxn modelId="{3321F84F-E0F0-4477-811E-03C04DADD208}" type="presParOf" srcId="{460017A3-CD59-4A25-BFDC-31AD497EA703}" destId="{A2B20256-765C-4523-8215-D1E5A3BCD017}" srcOrd="0" destOrd="0" presId="urn:microsoft.com/office/officeart/2005/8/layout/vList2"/>
    <dgm:cxn modelId="{127C8634-FE8D-4B81-AEA4-9A04B1527CFF}" type="presParOf" srcId="{460017A3-CD59-4A25-BFDC-31AD497EA703}" destId="{FC182F00-3C08-4D0A-91D6-922AC19A9C0C}" srcOrd="1" destOrd="0" presId="urn:microsoft.com/office/officeart/2005/8/layout/vList2"/>
    <dgm:cxn modelId="{AF4BB6BA-40A5-413D-81D7-AC4AB7C2F158}" type="presParOf" srcId="{460017A3-CD59-4A25-BFDC-31AD497EA703}" destId="{4F8537FF-63C6-41E4-A46F-46145E638326}" srcOrd="2" destOrd="0" presId="urn:microsoft.com/office/officeart/2005/8/layout/vList2"/>
    <dgm:cxn modelId="{7EA535AE-155C-4809-A5F2-580003D76BDB}" type="presParOf" srcId="{460017A3-CD59-4A25-BFDC-31AD497EA703}" destId="{F8E38FC7-F1E2-4B56-8939-4A050906E0FD}" srcOrd="3" destOrd="0" presId="urn:microsoft.com/office/officeart/2005/8/layout/vList2"/>
    <dgm:cxn modelId="{2ADAA522-BA33-454D-89C1-BF737CFBF4F2}" type="presParOf" srcId="{460017A3-CD59-4A25-BFDC-31AD497EA703}" destId="{F9069113-134B-4140-99D6-A97A4BA77BCC}" srcOrd="4" destOrd="0" presId="urn:microsoft.com/office/officeart/2005/8/layout/vList2"/>
    <dgm:cxn modelId="{FD709AA3-2079-4187-A38C-DE36F67E0A6E}" type="presParOf" srcId="{460017A3-CD59-4A25-BFDC-31AD497EA703}" destId="{3F1DD5CB-99C6-4B12-B18B-FD0E775E3ECB}" srcOrd="5" destOrd="0" presId="urn:microsoft.com/office/officeart/2005/8/layout/vList2"/>
    <dgm:cxn modelId="{FA41D142-3D67-4CCD-AC6B-7CBA0FC0AAB9}" type="presParOf" srcId="{460017A3-CD59-4A25-BFDC-31AD497EA703}" destId="{B1BEFE6F-E77E-4E5C-AAD0-E1437D379A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FAA99E-E239-4436-971E-1623FD0C882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804E29A-1F60-48A0-B790-2024C07BEA30}">
      <dgm:prSet/>
      <dgm:spPr/>
      <dgm:t>
        <a:bodyPr/>
        <a:lstStyle/>
        <a:p>
          <a:r>
            <a:rPr lang="en-US" dirty="0"/>
            <a:t>- week 4 </a:t>
          </a:r>
          <a:r>
            <a:rPr lang="ko-KR" dirty="0"/>
            <a:t>작성 내용</a:t>
          </a:r>
          <a:endParaRPr lang="en-US" dirty="0"/>
        </a:p>
      </dgm:t>
    </dgm:pt>
    <dgm:pt modelId="{66EFE6FF-6B11-473C-9C21-E290848E2C70}" type="parTrans" cxnId="{1E7AF329-40EA-47C6-8F79-E2E75ABBC876}">
      <dgm:prSet/>
      <dgm:spPr/>
      <dgm:t>
        <a:bodyPr/>
        <a:lstStyle/>
        <a:p>
          <a:endParaRPr lang="en-US"/>
        </a:p>
      </dgm:t>
    </dgm:pt>
    <dgm:pt modelId="{F5B49841-6612-418A-BCB9-4272D25DA2EF}" type="sibTrans" cxnId="{1E7AF329-40EA-47C6-8F79-E2E75ABBC876}">
      <dgm:prSet/>
      <dgm:spPr/>
      <dgm:t>
        <a:bodyPr/>
        <a:lstStyle/>
        <a:p>
          <a:endParaRPr lang="en-US"/>
        </a:p>
      </dgm:t>
    </dgm:pt>
    <dgm:pt modelId="{E12AC4D6-2025-454D-9D2E-AC3FEF2F7979}">
      <dgm:prSet/>
      <dgm:spPr/>
      <dgm:t>
        <a:bodyPr/>
        <a:lstStyle/>
        <a:p>
          <a:r>
            <a:rPr lang="en-US" dirty="0"/>
            <a:t>-&gt; Week 2 </a:t>
          </a:r>
          <a:r>
            <a:rPr lang="ko-KR" altLang="en-US" dirty="0"/>
            <a:t>작성한 아이디어 원천 중 하나인 티셔츠를 중점으로 시장 흐름</a:t>
          </a:r>
          <a:r>
            <a:rPr lang="en-US" altLang="ko-KR" dirty="0"/>
            <a:t>~ </a:t>
          </a:r>
          <a:r>
            <a:rPr lang="ko-KR" altLang="en-US" dirty="0"/>
            <a:t>목표 소비자를 조사</a:t>
          </a:r>
          <a:endParaRPr lang="en-US" dirty="0"/>
        </a:p>
      </dgm:t>
    </dgm:pt>
    <dgm:pt modelId="{10530D51-6F71-41EC-841C-D2BB4C1AB0E7}" type="parTrans" cxnId="{1EA6667F-867A-4ADE-B81B-206887E4A871}">
      <dgm:prSet/>
      <dgm:spPr/>
      <dgm:t>
        <a:bodyPr/>
        <a:lstStyle/>
        <a:p>
          <a:endParaRPr lang="en-US"/>
        </a:p>
      </dgm:t>
    </dgm:pt>
    <dgm:pt modelId="{26940130-78F5-44E6-A6E4-D83DE6885144}" type="sibTrans" cxnId="{1EA6667F-867A-4ADE-B81B-206887E4A871}">
      <dgm:prSet/>
      <dgm:spPr/>
      <dgm:t>
        <a:bodyPr/>
        <a:lstStyle/>
        <a:p>
          <a:endParaRPr lang="en-US"/>
        </a:p>
      </dgm:t>
    </dgm:pt>
    <dgm:pt modelId="{4901248F-33DE-4A94-BB8B-18E8E3FE45A1}">
      <dgm:prSet/>
      <dgm:spPr/>
      <dgm:t>
        <a:bodyPr/>
        <a:lstStyle/>
        <a:p>
          <a:r>
            <a:rPr lang="en-US" dirty="0"/>
            <a:t>Week 5 </a:t>
          </a:r>
          <a:r>
            <a:rPr lang="ko-KR" dirty="0"/>
            <a:t>작성 내용</a:t>
          </a:r>
          <a:endParaRPr lang="en-US" dirty="0"/>
        </a:p>
      </dgm:t>
    </dgm:pt>
    <dgm:pt modelId="{D33C08AA-852F-48A2-8D07-7E0F56BA9C66}" type="parTrans" cxnId="{B3F613B2-37C7-44E9-B70A-7024E724956D}">
      <dgm:prSet/>
      <dgm:spPr/>
      <dgm:t>
        <a:bodyPr/>
        <a:lstStyle/>
        <a:p>
          <a:endParaRPr lang="en-US"/>
        </a:p>
      </dgm:t>
    </dgm:pt>
    <dgm:pt modelId="{6B7DB609-ECDC-4160-9574-317F05ABA20C}" type="sibTrans" cxnId="{B3F613B2-37C7-44E9-B70A-7024E724956D}">
      <dgm:prSet/>
      <dgm:spPr/>
      <dgm:t>
        <a:bodyPr/>
        <a:lstStyle/>
        <a:p>
          <a:endParaRPr lang="en-US"/>
        </a:p>
      </dgm:t>
    </dgm:pt>
    <dgm:pt modelId="{5ACC8BD8-221F-4A7B-AED2-4824986B4699}">
      <dgm:prSet/>
      <dgm:spPr/>
      <dgm:t>
        <a:bodyPr/>
        <a:lstStyle/>
        <a:p>
          <a:r>
            <a:rPr lang="en-US" dirty="0"/>
            <a:t>-&gt;</a:t>
          </a:r>
          <a:r>
            <a:rPr lang="ko-KR" altLang="en-US" dirty="0"/>
            <a:t>팀원과 논의 과정에서 사업 아이디어를 수면카페로 하나로 통합하여 결정</a:t>
          </a:r>
          <a:r>
            <a:rPr lang="en-US" altLang="ko-KR" dirty="0"/>
            <a:t>, </a:t>
          </a:r>
          <a:r>
            <a:rPr lang="ko-KR" altLang="en-US" dirty="0"/>
            <a:t>그에 관련한 핵심 활동</a:t>
          </a:r>
          <a:r>
            <a:rPr lang="en-US" altLang="ko-KR" dirty="0"/>
            <a:t>, </a:t>
          </a:r>
          <a:r>
            <a:rPr lang="ko-KR" altLang="en-US" dirty="0"/>
            <a:t>핵심 파트너</a:t>
          </a:r>
          <a:r>
            <a:rPr lang="en-US" altLang="ko-KR" dirty="0"/>
            <a:t>, </a:t>
          </a:r>
          <a:r>
            <a:rPr lang="ko-KR" altLang="en-US" dirty="0"/>
            <a:t>수익원에 </a:t>
          </a:r>
          <a:r>
            <a:rPr lang="ko-KR" altLang="en-US" dirty="0" err="1"/>
            <a:t>대래</a:t>
          </a:r>
          <a:r>
            <a:rPr lang="ko-KR" altLang="en-US" dirty="0"/>
            <a:t> 결정</a:t>
          </a:r>
          <a:endParaRPr lang="en-US" dirty="0"/>
        </a:p>
      </dgm:t>
    </dgm:pt>
    <dgm:pt modelId="{4818877E-9C91-47AE-8FCE-49FC998C4922}" type="parTrans" cxnId="{18389A33-790F-41BD-B8E3-5B565F679D0E}">
      <dgm:prSet/>
      <dgm:spPr/>
      <dgm:t>
        <a:bodyPr/>
        <a:lstStyle/>
        <a:p>
          <a:endParaRPr lang="en-US"/>
        </a:p>
      </dgm:t>
    </dgm:pt>
    <dgm:pt modelId="{88B5A61C-AB46-4B21-8B1B-38707434EA6B}" type="sibTrans" cxnId="{18389A33-790F-41BD-B8E3-5B565F679D0E}">
      <dgm:prSet/>
      <dgm:spPr/>
      <dgm:t>
        <a:bodyPr/>
        <a:lstStyle/>
        <a:p>
          <a:endParaRPr lang="en-US"/>
        </a:p>
      </dgm:t>
    </dgm:pt>
    <dgm:pt modelId="{27835459-28BF-4558-BAD0-5171D9CA9B67}" type="pres">
      <dgm:prSet presAssocID="{C9FAA99E-E239-4436-971E-1623FD0C8826}" presName="linear" presStyleCnt="0">
        <dgm:presLayoutVars>
          <dgm:animLvl val="lvl"/>
          <dgm:resizeHandles val="exact"/>
        </dgm:presLayoutVars>
      </dgm:prSet>
      <dgm:spPr/>
    </dgm:pt>
    <dgm:pt modelId="{52B4DA0B-61CC-46E8-A792-350A40985278}" type="pres">
      <dgm:prSet presAssocID="{1804E29A-1F60-48A0-B790-2024C07BEA3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AA926E2-CC12-463F-BDE5-35B9E64AEC33}" type="pres">
      <dgm:prSet presAssocID="{F5B49841-6612-418A-BCB9-4272D25DA2EF}" presName="spacer" presStyleCnt="0"/>
      <dgm:spPr/>
    </dgm:pt>
    <dgm:pt modelId="{EA5CE12F-103C-4B2D-8CDE-0AC70C4FE4FD}" type="pres">
      <dgm:prSet presAssocID="{E12AC4D6-2025-454D-9D2E-AC3FEF2F79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BB19A6-E891-4C3A-A41B-51285DB3FA90}" type="pres">
      <dgm:prSet presAssocID="{26940130-78F5-44E6-A6E4-D83DE6885144}" presName="spacer" presStyleCnt="0"/>
      <dgm:spPr/>
    </dgm:pt>
    <dgm:pt modelId="{1DC80256-E400-4D46-9BF8-799CBB950B8E}" type="pres">
      <dgm:prSet presAssocID="{4901248F-33DE-4A94-BB8B-18E8E3FE45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6DFE80-1F0A-4490-A99C-6E73D035F5FE}" type="pres">
      <dgm:prSet presAssocID="{6B7DB609-ECDC-4160-9574-317F05ABA20C}" presName="spacer" presStyleCnt="0"/>
      <dgm:spPr/>
    </dgm:pt>
    <dgm:pt modelId="{7E1FFD15-D2B8-4CA7-B244-4728396440B3}" type="pres">
      <dgm:prSet presAssocID="{5ACC8BD8-221F-4A7B-AED2-4824986B469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E7AF329-40EA-47C6-8F79-E2E75ABBC876}" srcId="{C9FAA99E-E239-4436-971E-1623FD0C8826}" destId="{1804E29A-1F60-48A0-B790-2024C07BEA30}" srcOrd="0" destOrd="0" parTransId="{66EFE6FF-6B11-473C-9C21-E290848E2C70}" sibTransId="{F5B49841-6612-418A-BCB9-4272D25DA2EF}"/>
    <dgm:cxn modelId="{18389A33-790F-41BD-B8E3-5B565F679D0E}" srcId="{C9FAA99E-E239-4436-971E-1623FD0C8826}" destId="{5ACC8BD8-221F-4A7B-AED2-4824986B4699}" srcOrd="3" destOrd="0" parTransId="{4818877E-9C91-47AE-8FCE-49FC998C4922}" sibTransId="{88B5A61C-AB46-4B21-8B1B-38707434EA6B}"/>
    <dgm:cxn modelId="{A6F2B55F-4399-40B8-8C01-45C6D28E5FF4}" type="presOf" srcId="{5ACC8BD8-221F-4A7B-AED2-4824986B4699}" destId="{7E1FFD15-D2B8-4CA7-B244-4728396440B3}" srcOrd="0" destOrd="0" presId="urn:microsoft.com/office/officeart/2005/8/layout/vList2"/>
    <dgm:cxn modelId="{1EA6667F-867A-4ADE-B81B-206887E4A871}" srcId="{C9FAA99E-E239-4436-971E-1623FD0C8826}" destId="{E12AC4D6-2025-454D-9D2E-AC3FEF2F7979}" srcOrd="1" destOrd="0" parTransId="{10530D51-6F71-41EC-841C-D2BB4C1AB0E7}" sibTransId="{26940130-78F5-44E6-A6E4-D83DE6885144}"/>
    <dgm:cxn modelId="{E2650580-3124-4C46-BC8F-9F3E6AD48A2E}" type="presOf" srcId="{4901248F-33DE-4A94-BB8B-18E8E3FE45A1}" destId="{1DC80256-E400-4D46-9BF8-799CBB950B8E}" srcOrd="0" destOrd="0" presId="urn:microsoft.com/office/officeart/2005/8/layout/vList2"/>
    <dgm:cxn modelId="{7F6B6D8E-D6CD-42A6-86C4-490F41F81655}" type="presOf" srcId="{C9FAA99E-E239-4436-971E-1623FD0C8826}" destId="{27835459-28BF-4558-BAD0-5171D9CA9B67}" srcOrd="0" destOrd="0" presId="urn:microsoft.com/office/officeart/2005/8/layout/vList2"/>
    <dgm:cxn modelId="{4FA08BB0-F3F9-4D73-A478-D11E40769D44}" type="presOf" srcId="{E12AC4D6-2025-454D-9D2E-AC3FEF2F7979}" destId="{EA5CE12F-103C-4B2D-8CDE-0AC70C4FE4FD}" srcOrd="0" destOrd="0" presId="urn:microsoft.com/office/officeart/2005/8/layout/vList2"/>
    <dgm:cxn modelId="{B3F613B2-37C7-44E9-B70A-7024E724956D}" srcId="{C9FAA99E-E239-4436-971E-1623FD0C8826}" destId="{4901248F-33DE-4A94-BB8B-18E8E3FE45A1}" srcOrd="2" destOrd="0" parTransId="{D33C08AA-852F-48A2-8D07-7E0F56BA9C66}" sibTransId="{6B7DB609-ECDC-4160-9574-317F05ABA20C}"/>
    <dgm:cxn modelId="{96BC94D7-653F-463E-938A-81DE3A96E4E5}" type="presOf" srcId="{1804E29A-1F60-48A0-B790-2024C07BEA30}" destId="{52B4DA0B-61CC-46E8-A792-350A40985278}" srcOrd="0" destOrd="0" presId="urn:microsoft.com/office/officeart/2005/8/layout/vList2"/>
    <dgm:cxn modelId="{9192F79F-C06E-43AD-A43E-D9FE098C1116}" type="presParOf" srcId="{27835459-28BF-4558-BAD0-5171D9CA9B67}" destId="{52B4DA0B-61CC-46E8-A792-350A40985278}" srcOrd="0" destOrd="0" presId="urn:microsoft.com/office/officeart/2005/8/layout/vList2"/>
    <dgm:cxn modelId="{815F9590-49A6-4DAA-80B5-A9B5D8457AED}" type="presParOf" srcId="{27835459-28BF-4558-BAD0-5171D9CA9B67}" destId="{FAA926E2-CC12-463F-BDE5-35B9E64AEC33}" srcOrd="1" destOrd="0" presId="urn:microsoft.com/office/officeart/2005/8/layout/vList2"/>
    <dgm:cxn modelId="{D01C8431-D937-4403-A9EC-7CFD1D9944E9}" type="presParOf" srcId="{27835459-28BF-4558-BAD0-5171D9CA9B67}" destId="{EA5CE12F-103C-4B2D-8CDE-0AC70C4FE4FD}" srcOrd="2" destOrd="0" presId="urn:microsoft.com/office/officeart/2005/8/layout/vList2"/>
    <dgm:cxn modelId="{A2624844-B78C-4C5F-8AF6-FC6708AD786D}" type="presParOf" srcId="{27835459-28BF-4558-BAD0-5171D9CA9B67}" destId="{18BB19A6-E891-4C3A-A41B-51285DB3FA90}" srcOrd="3" destOrd="0" presId="urn:microsoft.com/office/officeart/2005/8/layout/vList2"/>
    <dgm:cxn modelId="{1C45CAC8-454C-4E81-80BC-5FC9B628B08A}" type="presParOf" srcId="{27835459-28BF-4558-BAD0-5171D9CA9B67}" destId="{1DC80256-E400-4D46-9BF8-799CBB950B8E}" srcOrd="4" destOrd="0" presId="urn:microsoft.com/office/officeart/2005/8/layout/vList2"/>
    <dgm:cxn modelId="{690D2FA3-8990-4EB0-ABB2-D36D868250EB}" type="presParOf" srcId="{27835459-28BF-4558-BAD0-5171D9CA9B67}" destId="{7D6DFE80-1F0A-4490-A99C-6E73D035F5FE}" srcOrd="5" destOrd="0" presId="urn:microsoft.com/office/officeart/2005/8/layout/vList2"/>
    <dgm:cxn modelId="{EA7EBC5F-ECCF-4E6B-801D-E1973E237C3D}" type="presParOf" srcId="{27835459-28BF-4558-BAD0-5171D9CA9B67}" destId="{7E1FFD15-D2B8-4CA7-B244-4728396440B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B20256-765C-4523-8215-D1E5A3BCD017}">
      <dsp:nvSpPr>
        <dsp:cNvPr id="0" name=""/>
        <dsp:cNvSpPr/>
      </dsp:nvSpPr>
      <dsp:spPr>
        <a:xfrm>
          <a:off x="0" y="23365"/>
          <a:ext cx="6479357" cy="117237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week 2 </a:t>
          </a:r>
          <a:r>
            <a:rPr lang="ko-KR" sz="2200" kern="1200"/>
            <a:t>작성 내용</a:t>
          </a:r>
          <a:endParaRPr lang="en-US" sz="2200" kern="1200"/>
        </a:p>
      </dsp:txBody>
      <dsp:txXfrm>
        <a:off x="57231" y="80596"/>
        <a:ext cx="6364895" cy="1057914"/>
      </dsp:txXfrm>
    </dsp:sp>
    <dsp:sp modelId="{4F8537FF-63C6-41E4-A46F-46145E638326}">
      <dsp:nvSpPr>
        <dsp:cNvPr id="0" name=""/>
        <dsp:cNvSpPr/>
      </dsp:nvSpPr>
      <dsp:spPr>
        <a:xfrm>
          <a:off x="0" y="1259102"/>
          <a:ext cx="6479357" cy="1172376"/>
        </a:xfrm>
        <a:prstGeom prst="roundRect">
          <a:avLst/>
        </a:prstGeom>
        <a:solidFill>
          <a:schemeClr val="accent5">
            <a:hueOff val="3003598"/>
            <a:satOff val="-7513"/>
            <a:lumOff val="-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-&gt; 4</a:t>
          </a:r>
          <a:r>
            <a:rPr lang="ko-KR" sz="2200" kern="1200"/>
            <a:t>가지의 아이디어 원천 </a:t>
          </a:r>
          <a:r>
            <a:rPr lang="en-US" sz="2200" kern="1200"/>
            <a:t>, </a:t>
          </a:r>
          <a:r>
            <a:rPr lang="ko-KR" sz="2200" kern="1200"/>
            <a:t>창업 아이템을 선정</a:t>
          </a:r>
          <a:r>
            <a:rPr lang="en-US" sz="2200" kern="1200"/>
            <a:t>(</a:t>
          </a:r>
          <a:r>
            <a:rPr lang="ko-KR" sz="2200" kern="1200"/>
            <a:t>방수 밴드</a:t>
          </a:r>
          <a:r>
            <a:rPr lang="en-US" sz="2200" kern="1200"/>
            <a:t>~</a:t>
          </a:r>
          <a:r>
            <a:rPr lang="ko-KR" sz="2200" kern="1200"/>
            <a:t>방수 재질 티셔즈</a:t>
          </a:r>
          <a:endParaRPr lang="en-US" sz="2200" kern="1200"/>
        </a:p>
      </dsp:txBody>
      <dsp:txXfrm>
        <a:off x="57231" y="1316333"/>
        <a:ext cx="6364895" cy="1057914"/>
      </dsp:txXfrm>
    </dsp:sp>
    <dsp:sp modelId="{F9069113-134B-4140-99D6-A97A4BA77BCC}">
      <dsp:nvSpPr>
        <dsp:cNvPr id="0" name=""/>
        <dsp:cNvSpPr/>
      </dsp:nvSpPr>
      <dsp:spPr>
        <a:xfrm>
          <a:off x="0" y="2494839"/>
          <a:ext cx="6479357" cy="1172376"/>
        </a:xfrm>
        <a:prstGeom prst="roundRect">
          <a:avLst/>
        </a:prstGeom>
        <a:solidFill>
          <a:schemeClr val="accent5">
            <a:hueOff val="6007196"/>
            <a:satOff val="-15026"/>
            <a:lumOff val="-163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Week 3 </a:t>
          </a:r>
          <a:r>
            <a:rPr lang="ko-KR" sz="2200" kern="1200"/>
            <a:t>작성 내용</a:t>
          </a:r>
          <a:endParaRPr lang="en-US" sz="2200" kern="1200"/>
        </a:p>
      </dsp:txBody>
      <dsp:txXfrm>
        <a:off x="57231" y="2552070"/>
        <a:ext cx="6364895" cy="1057914"/>
      </dsp:txXfrm>
    </dsp:sp>
    <dsp:sp modelId="{B1BEFE6F-E77E-4E5C-AAD0-E1437D379ACD}">
      <dsp:nvSpPr>
        <dsp:cNvPr id="0" name=""/>
        <dsp:cNvSpPr/>
      </dsp:nvSpPr>
      <dsp:spPr>
        <a:xfrm>
          <a:off x="0" y="3730575"/>
          <a:ext cx="6479357" cy="1172376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-&gt;</a:t>
          </a:r>
          <a:r>
            <a:rPr lang="ko-KR" sz="2200" kern="1200"/>
            <a:t>쿠팡의 현상을 중점으로 문제의 현상</a:t>
          </a:r>
          <a:r>
            <a:rPr lang="en-US" sz="2200" kern="1200"/>
            <a:t>~ </a:t>
          </a:r>
          <a:r>
            <a:rPr lang="ko-KR" sz="2200" kern="1200"/>
            <a:t>본질을 서비스 이용 사용자와 공급자의 관점에서 작성</a:t>
          </a:r>
          <a:endParaRPr lang="en-US" sz="2200" kern="1200"/>
        </a:p>
      </dsp:txBody>
      <dsp:txXfrm>
        <a:off x="57231" y="3787806"/>
        <a:ext cx="6364895" cy="1057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B4DA0B-61CC-46E8-A792-350A40985278}">
      <dsp:nvSpPr>
        <dsp:cNvPr id="0" name=""/>
        <dsp:cNvSpPr/>
      </dsp:nvSpPr>
      <dsp:spPr>
        <a:xfrm>
          <a:off x="0" y="70783"/>
          <a:ext cx="10363200" cy="85263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week 4 </a:t>
          </a:r>
          <a:r>
            <a:rPr lang="ko-KR" sz="1600" kern="1200" dirty="0"/>
            <a:t>작성 내용</a:t>
          </a:r>
          <a:endParaRPr lang="en-US" sz="1600" kern="1200" dirty="0"/>
        </a:p>
      </dsp:txBody>
      <dsp:txXfrm>
        <a:off x="41622" y="112405"/>
        <a:ext cx="10279956" cy="769393"/>
      </dsp:txXfrm>
    </dsp:sp>
    <dsp:sp modelId="{EA5CE12F-103C-4B2D-8CDE-0AC70C4FE4FD}">
      <dsp:nvSpPr>
        <dsp:cNvPr id="0" name=""/>
        <dsp:cNvSpPr/>
      </dsp:nvSpPr>
      <dsp:spPr>
        <a:xfrm>
          <a:off x="0" y="969501"/>
          <a:ext cx="10363200" cy="852637"/>
        </a:xfrm>
        <a:prstGeom prst="roundRect">
          <a:avLst/>
        </a:prstGeom>
        <a:solidFill>
          <a:schemeClr val="accent5">
            <a:hueOff val="3003598"/>
            <a:satOff val="-7513"/>
            <a:lumOff val="-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-&gt; Week 2 </a:t>
          </a:r>
          <a:r>
            <a:rPr lang="ko-KR" altLang="en-US" sz="1600" kern="1200" dirty="0"/>
            <a:t>작성한 아이디어 원천 중 하나인 티셔츠를 중점으로 시장 흐름</a:t>
          </a:r>
          <a:r>
            <a:rPr lang="en-US" altLang="ko-KR" sz="1600" kern="1200" dirty="0"/>
            <a:t>~ </a:t>
          </a:r>
          <a:r>
            <a:rPr lang="ko-KR" altLang="en-US" sz="1600" kern="1200" dirty="0"/>
            <a:t>목표 소비자를 조사</a:t>
          </a:r>
          <a:endParaRPr lang="en-US" sz="1600" kern="1200" dirty="0"/>
        </a:p>
      </dsp:txBody>
      <dsp:txXfrm>
        <a:off x="41622" y="1011123"/>
        <a:ext cx="10279956" cy="769393"/>
      </dsp:txXfrm>
    </dsp:sp>
    <dsp:sp modelId="{1DC80256-E400-4D46-9BF8-799CBB950B8E}">
      <dsp:nvSpPr>
        <dsp:cNvPr id="0" name=""/>
        <dsp:cNvSpPr/>
      </dsp:nvSpPr>
      <dsp:spPr>
        <a:xfrm>
          <a:off x="0" y="1868218"/>
          <a:ext cx="10363200" cy="852637"/>
        </a:xfrm>
        <a:prstGeom prst="roundRect">
          <a:avLst/>
        </a:prstGeom>
        <a:solidFill>
          <a:schemeClr val="accent5">
            <a:hueOff val="6007196"/>
            <a:satOff val="-15026"/>
            <a:lumOff val="-163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Week 5 </a:t>
          </a:r>
          <a:r>
            <a:rPr lang="ko-KR" sz="1600" kern="1200" dirty="0"/>
            <a:t>작성 내용</a:t>
          </a:r>
          <a:endParaRPr lang="en-US" sz="1600" kern="1200" dirty="0"/>
        </a:p>
      </dsp:txBody>
      <dsp:txXfrm>
        <a:off x="41622" y="1909840"/>
        <a:ext cx="10279956" cy="769393"/>
      </dsp:txXfrm>
    </dsp:sp>
    <dsp:sp modelId="{7E1FFD15-D2B8-4CA7-B244-4728396440B3}">
      <dsp:nvSpPr>
        <dsp:cNvPr id="0" name=""/>
        <dsp:cNvSpPr/>
      </dsp:nvSpPr>
      <dsp:spPr>
        <a:xfrm>
          <a:off x="0" y="2766936"/>
          <a:ext cx="10363200" cy="852637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-&gt;</a:t>
          </a:r>
          <a:r>
            <a:rPr lang="ko-KR" altLang="en-US" sz="1600" kern="1200" dirty="0"/>
            <a:t>팀원과 논의 과정에서 사업 아이디어를 수면카페로 하나로 통합하여 결정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그에 관련한 핵심 활동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핵심 파트너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수익원에 </a:t>
          </a:r>
          <a:r>
            <a:rPr lang="ko-KR" altLang="en-US" sz="1600" kern="1200" dirty="0" err="1"/>
            <a:t>대래</a:t>
          </a:r>
          <a:r>
            <a:rPr lang="ko-KR" altLang="en-US" sz="1600" kern="1200" dirty="0"/>
            <a:t> 결정</a:t>
          </a:r>
          <a:endParaRPr lang="en-US" sz="1600" kern="1200" dirty="0"/>
        </a:p>
      </dsp:txBody>
      <dsp:txXfrm>
        <a:off x="41622" y="2808558"/>
        <a:ext cx="10279956" cy="769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0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8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26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9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9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1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94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4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0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89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all" spc="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7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b="1" kern="1200" spc="9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흰색 배경의 파란색 추상 수채화 무늬">
            <a:extLst>
              <a:ext uri="{FF2B5EF4-FFF2-40B4-BE49-F238E27FC236}">
                <a16:creationId xmlns:a16="http://schemas.microsoft.com/office/drawing/2014/main" id="{9C343449-8DA2-615A-BAAF-A43668B31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F695CE-1446-12D3-C0C3-D06D3552D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 fontScale="90000"/>
          </a:bodyPr>
          <a:lstStyle/>
          <a:p>
            <a:r>
              <a:rPr lang="en-US" altLang="ko-KR" sz="4800" dirty="0"/>
              <a:t>Week2~5 </a:t>
            </a:r>
            <a:r>
              <a:rPr lang="ko-KR" altLang="en-US" sz="4800" dirty="0"/>
              <a:t>주간 창업 일지 개인발표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49F5A1-40CA-342C-7523-AAECFA19A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9722" y="4321622"/>
            <a:ext cx="3813048" cy="94183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2020214264 </a:t>
            </a:r>
            <a:r>
              <a:rPr lang="ko-KR" altLang="en-US" sz="2000" dirty="0"/>
              <a:t>원성연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69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5BE622-E228-B33F-4189-774776FC6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Week 2~3 </a:t>
            </a:r>
            <a:r>
              <a:rPr lang="ko-KR" altLang="en-US" dirty="0"/>
              <a:t>주차 작성일지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AE60EFB8-0B3A-1B03-B4D7-78E59D93ED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118983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206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F4402-FE62-2889-2BB4-D60AAE80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E6DA43-2DA4-E481-4BFD-13B6AE34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altLang="ko-KR" dirty="0"/>
              <a:t>Week 4~5 </a:t>
            </a:r>
            <a:r>
              <a:rPr lang="ko-KR" altLang="en-US" dirty="0"/>
              <a:t>주차 작성일지</a:t>
            </a:r>
          </a:p>
        </p:txBody>
      </p:sp>
      <p:cxnSp>
        <p:nvCxnSpPr>
          <p:cNvPr id="21" name="Straight Connector 17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31118795-F7D7-6A4D-D220-F349707E5B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2293176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67550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</Words>
  <Application>Microsoft Office PowerPoint</Application>
  <PresentationFormat>와이드스크린</PresentationFormat>
  <Paragraphs>12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Malgun Gothic</vt:lpstr>
      <vt:lpstr>Malgun Gothic Semilight</vt:lpstr>
      <vt:lpstr>Arial</vt:lpstr>
      <vt:lpstr>Grandview Display</vt:lpstr>
      <vt:lpstr>DashVTI</vt:lpstr>
      <vt:lpstr>Week2~5 주간 창업 일지 개인발표</vt:lpstr>
      <vt:lpstr>Week 2~3 주차 작성일지</vt:lpstr>
      <vt:lpstr>Week 4~5 주차 작성일지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원성연</dc:creator>
  <cp:lastModifiedBy>원성연</cp:lastModifiedBy>
  <cp:revision>2</cp:revision>
  <dcterms:created xsi:type="dcterms:W3CDTF">2025-11-26T03:04:52Z</dcterms:created>
  <dcterms:modified xsi:type="dcterms:W3CDTF">2025-11-26T03:13:28Z</dcterms:modified>
</cp:coreProperties>
</file>