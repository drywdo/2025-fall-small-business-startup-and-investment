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vml" ContentType="application/vnd.openxmlformats-officedocument.vmlDrawing"/>
  <Default Extension="fntdata" ContentType="application/x-fontdata"/>
  <Default Extension="bmp" ContentType="image/bmp"/>
  <Default Extension="jpeg" ContentType="image/jpeg"/>
  <Default Extension="png" ContentType="image/png"/>
  <Default Extension="gif" ContentType="image/gif"/>
  <Default Extension="tif" ContentType="image/tif"/>
  <Default Extension="emf" ContentType="image/x-emf"/>
  <Default Extension="wmf" ContentType="image/x-wmf"/>
  <Default Extension="pct" ContentType="image/pct"/>
  <Default Extension="pcx" ContentType="image/pcx"/>
  <Default Extension="tga" ContentType="image/tga"/>
  <Default Extension="avi" ContentType="video/avi"/>
  <Default Extension="wmv" ContentType="video/wmv"/>
  <Default Extension="mpg" ContentType="video/mpeg"/>
  <Default Extension="mpeg" ContentType="video/mpeg"/>
  <Default Extension="mp2" ContentType="video/mpeg"/>
  <Default Extension="mp4" ContentType="video/mpeg"/>
  <Default Extension="wma" ContentType="audio/x-ms-wma"/>
  <Default Extension="mid" ContentType="audio/unknown"/>
  <Default Extension="midi" ContentType="audio/unknown"/>
  <Default Extension="rmi" ContentType="audio/unknown"/>
  <Default Extension="mp3" ContentType="audio/unknown"/>
  <Default Extension="wav" ContentType="audio/wav"/>
  <Default Extension="bin" ContentType="application/vnd.openxmlformats-officedocument.oleObject"/>
  <Override PartName="/docProps/core.xml" ContentType="application/vnd.openxmlformats-package.core-propertie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slideMasters/slideMaster1.xml" ContentType="application/vnd.openxmlformats-officedocument.presentationml.slideMaster+xml"/>
  <Override PartName="/ppt/notesMasters/notesMaster1.xml" ContentType="application/vnd.openxmlformats-officedocument.presentationml.notes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2.xml" ContentType="application/vnd.openxmlformats-officedocument.theme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</Types>
</file>

<file path=_rels/.rels><?xml version="1.0" encoding="UTF-8" standalone="yes" 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officeDocument" Target="ppt/presentation.xml"/></Relationships>
</file>

<file path=ppt/presentation.xml><?xml version="1.0" encoding="utf-8"?>
<p:presentation xmlns:p="http://schemas.openxmlformats.org/presentationml/2006/main" xmlns:r="http://schemas.openxmlformats.org/officeDocument/2006/relationships" xmlns:a="http://schemas.openxmlformats.org/drawingml/2006/main">
  <p:sldMasterIdLst>
    <p:sldMasterId id="2147483648" r:id="rId5"/>
  </p:sldMasterIdLst>
  <p:notesMasterIdLst>
    <p:notesMasterId r:id="rId6"/>
  </p:notesMasterIdLst>
  <p:sldIdLst>
    <p:sldId id="256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</p:sldIdLst>
  <p:sldSz cx="12192000" cy="6858000"/>
  <p:notesSz cx="6858000" cy="12192000"/>
  <p:defaultTextStyle/>
</p:presentation>
</file>

<file path=ppt/presProps.xml><?xml version="1.0" encoding="utf-8"?>
<p:presentationPr xmlns:p="http://schemas.openxmlformats.org/presentationml/2006/main" xmlns:r="http://schemas.openxmlformats.org/officeDocument/2006/relationships" xmlns:a="http://schemas.openxmlformats.org/drawingml/2006/main">
  <p:showPr showNarration="1">
    <p:penClr>
      <a:srgbClr val="0000FF"/>
    </p:penClr>
  </p:showPr>
  <p:extLst>
    <p:ext uri="smNativeData">
      <pr:smAppRevision xmlns:pr="smNativeData" dt="1763453329" val="766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 xmlns:r="http://schemas.openxmlformats.org/officeDocument/2006/relationships" xmlns:a="http://schemas.openxmlformats.org/drawingml/2006/main">
  <p:slideViewPr>
    <p:cSldViewPr snapToGrid="0" snapToObjects="1">
      <p:cViewPr varScale="1">
        <p:scale>
          <a:sx n="95" d="100"/>
          <a:sy n="95" d="100"/>
        </p:scale>
        <p:origin x="379" y="493"/>
      </p:cViewPr>
    </p:cSldViewPr>
  </p:slideViewPr>
  <p:outlineViewPr>
    <p:cViewPr>
      <p:scale>
        <a:sx n="33" d="100"/>
        <a:sy n="33" d="100"/>
      </p:scale>
      <p:origin x="0" y="0"/>
    </p:cViewPr>
  </p:outlineViewPr>
  <p:sorterViewPr>
    <p:cViewPr>
      <p:scale>
        <a:sx n="19" d="100"/>
        <a:sy n="19" d="100"/>
      </p:scale>
      <p:origin x="0" y="0"/>
    </p:cViewPr>
  </p:sorterViewPr>
  <p:notesViewPr>
    <p:cSldViewPr snapToGrid="0" snapToObjects="1">
      <p:cViewPr>
        <p:scale>
          <a:sx n="95" d="100"/>
          <a:sy n="95" d="100"/>
        </p:scale>
        <p:origin x="379" y="493"/>
      </p:cViewPr>
    </p:cSldViewPr>
  </p:notesViewPr>
  <p:gridSpacing cx="76200" cy="76200"/>
</p:viewPr>
</file>

<file path=ppt/_rels/presentation.xml.rels><?xml version="1.0" encoding="UTF-8" standalone="yes" 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tableStyles" Target="tableStyles.xml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slideMaster" Target="slideMasters/slideMaster1.xml"/><Relationship Id="rId6" Type="http://schemas.openxmlformats.org/officeDocument/2006/relationships/notesMaster" Target="notesMasters/notesMaster1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notesMasters/_rels/notesMaster1.xml.rels><?xml version="1.0" encoding="UTF-8" standalone="yes" 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 noChangeArrowheads="1"/>
            <a:extLst>
              <a:ext uri="smNativeData">
                <pr:smNativeData xmlns:pr="smNativeData" val="SMDATA_12_kSkc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D///8AAAAAAQAAAAAAAAAAAAAAAAAAAAAAAAAAAAAAAAAAAAAAAAAAAAAAAH9/fwAAAAADzMzMAMDA/wB/f38AAAAAAAAAAAAAAAAAAAAAAAAAAAAhAAAAGAAAABQAAAAAAAAAAAAAAEgSAADTAgAAEAAAAA=="/>
              </a:ext>
            </a:extLst>
          </p:cNvSpPr>
          <p:nvPr>
            <p:ph type="hdr" sz="quarter"/>
          </p:nvPr>
        </p:nvSpPr>
        <p:spPr>
          <a:xfrm>
            <a:off x="0" y="0"/>
            <a:ext cx="2971800" cy="459105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t">
            <a:prstTxWarp prst="textNoShape">
              <a:avLst/>
            </a:prstTxWarp>
          </a:bodyPr>
          <a:lstStyle/>
          <a:p>
            <a:pPr algn="l">
              <a:defRPr lang="en-us" sz="1200"/>
            </a:pPr>
          </a:p>
        </p:txBody>
      </p:sp>
      <p:sp>
        <p:nvSpPr>
          <p:cNvPr id="3" name="Date Placeholder 2"/>
          <p:cNvSpPr>
            <a:spLocks noGrp="1" noChangeArrowheads="1"/>
            <a:extLst>
              <a:ext uri="smNativeData">
                <pr:smNativeData xmlns:pr="smNativeData" val="SMDATA_12_kSkc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D///8AAAAAAQAAAAAAAAAAAAAAAAAAAAAAAAAAAAAAAAAAAAAAAAAAAAAAAH9/fwAAAAADzMzMAMDA/wB/f38AAAAAAAAAAAAAAAAAAAAAAAAAAAAhAAAAGAAAABQAAADmFwAAAAAAAC4qAADTAgAAEAAAAA=="/>
              </a:ext>
            </a:extLst>
          </p:cNvSpPr>
          <p:nvPr>
            <p:ph type="dt" idx="1"/>
          </p:nvPr>
        </p:nvSpPr>
        <p:spPr>
          <a:xfrm>
            <a:off x="3884930" y="0"/>
            <a:ext cx="2971800" cy="459105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t">
            <a:prstTxWarp prst="textNoShape">
              <a:avLst/>
            </a:prstTxWarp>
          </a:bodyPr>
          <a:lstStyle/>
          <a:p>
            <a:pPr algn="r">
              <a:defRPr lang="en-us" sz="1200"/>
            </a:pPr>
            <a:fld id="{3F4C4AAE-E0D2-19BC-9CF4-16E904BA6A43}" type="datetime1">
              <a:t>7/23/19</a:t>
            </a:fld>
          </a:p>
        </p:txBody>
      </p:sp>
      <p:sp>
        <p:nvSpPr>
          <p:cNvPr id="4" name="Slide Image Placeholder 3"/>
          <p:cNvSpPr>
            <a:spLocks noGrp="1" noChangeArrowheads="1"/>
            <a:extLst>
              <a:ext uri="smNativeData">
                <pr:smNativeData xmlns:pr="smNativeData" val="SMDATA_12_kSkc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H9/fwAAAAADzMzMAMDA/wB/f38AAAAAAAAAAAAAAAAAAAAAAAAAAAAhAAAAGAAAABQAAAA4BAAACAcAAPglAAAEGgAAEAAAAA=="/>
              </a:ext>
            </a:extLst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ctr">
            <a:prstTxWarp prst="textNoShape">
              <a:avLst/>
            </a:prstTxWarp>
          </a:bodyPr>
          <a:lstStyle/>
          <a:p>
            <a:pPr>
              <a:defRPr lang="en-us"/>
            </a:pPr>
          </a:p>
        </p:txBody>
      </p:sp>
      <p:sp>
        <p:nvSpPr>
          <p:cNvPr id="5" name="Notes Placeholder 4"/>
          <p:cNvSpPr>
            <a:spLocks noGrp="1" noChangeArrowheads="1"/>
            <a:extLst>
              <a:ext uri="smNativeData">
                <pr:smNativeData xmlns:pr="smNativeData" val="SMDATA_12_kSkcaRMAAAAlAAAAZAAAAA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D///8AAAAAAQAAAAAAAAAAAAAAAAAAAAAAAAAAAAAAAAAAAAAAAAAAAAAAAH9/fwAAAAADzMzMAMDA/wB/f38AAAAAAAAAAAAAAAAAAAAAAAAAAAAhAAAAGAAAABQAAAA4BAAAEhsAAPglAAA4MQAAEAAAAA=="/>
              </a:ext>
            </a:extLst>
          </p:cNvSpPr>
          <p:nvPr>
            <p:ph type="body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t">
            <a:prstTxWarp prst="textNoShape">
              <a:avLst/>
            </a:prstTxWarp>
          </a:bodyPr>
          <a:lstStyle/>
          <a:p>
            <a:pPr>
              <a:defRPr/>
            </a:pPr>
            <a:r>
              <a:t>Click to edit Master text styles</a:t>
            </a:r>
          </a:p>
          <a:p>
            <a:pPr lvl="1">
              <a:defRPr/>
            </a:pPr>
            <a:r>
              <a:t>Second level</a:t>
            </a:r>
          </a:p>
          <a:p>
            <a:pPr lvl="2">
              <a:defRPr/>
            </a:pPr>
            <a:r>
              <a:t>Third level</a:t>
            </a:r>
          </a:p>
          <a:p>
            <a:pPr lvl="3">
              <a:defRPr/>
            </a:pPr>
            <a:r>
              <a:t>Fourth level</a:t>
            </a:r>
          </a:p>
          <a:p>
            <a:pPr lvl="4">
              <a:defRPr/>
            </a:pPr>
            <a:r>
              <a:t>Fifth level</a:t>
            </a:r>
          </a:p>
        </p:txBody>
      </p:sp>
      <p:sp>
        <p:nvSpPr>
          <p:cNvPr id="6" name="Footer Placeholder 5"/>
          <p:cNvSpPr>
            <a:spLocks noGrp="1" noChangeArrowheads="1"/>
            <a:extLst>
              <a:ext uri="smNativeData">
                <pr:smNativeData xmlns:pr="smNativeData" val="SMDATA_12_kSkc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D///8AAAAAAQAAAAAAAAAAAAAAAAAAAAAAAAAAAAAAAAAAAAAAAAAAAAAAAH9/fwAAAAADzMzMAMDA/wB/f38AAAAAAAAAAAAAAAAAAAAAAAAAAAAhAAAAGAAAABQAAAAAAAAAbjUAAEgSAABAOAAAEAAAAA=="/>
              </a:ext>
            </a:extLst>
          </p:cNvSpPr>
          <p:nvPr>
            <p:ph type="ftr" sz="quarter" idx="4"/>
          </p:nvPr>
        </p:nvSpPr>
        <p:spPr>
          <a:xfrm>
            <a:off x="0" y="8685530"/>
            <a:ext cx="2971800" cy="45847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b">
            <a:prstTxWarp prst="textNoShape">
              <a:avLst/>
            </a:prstTxWarp>
          </a:bodyPr>
          <a:lstStyle/>
          <a:p>
            <a:pPr algn="l">
              <a:defRPr lang="en-us" sz="1200"/>
            </a:pPr>
          </a:p>
        </p:txBody>
      </p:sp>
      <p:sp>
        <p:nvSpPr>
          <p:cNvPr id="7" name="Slide Number Placeholder 6"/>
          <p:cNvSpPr>
            <a:spLocks noGrp="1" noChangeArrowheads="1"/>
            <a:extLst>
              <a:ext uri="smNativeData">
                <pr:smNativeData xmlns:pr="smNativeData" val="SMDATA_12_kSkcaRMAAAAlAAAAZAAAAA0AAAAAkAAAAEgAAACQAAAASAAAAAAAAAAC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D///8AAAAAAQAAAAAAAAAAAAAAAAAAAAAAAAAAAAAAAAAAAAAAAAAAAAAAAH9/fwAAAAADzMzMAMDA/wB/f38AAAAAAAAAAAAAAAAAAAAAAAAAAAAhAAAAGAAAABQAAADmFwAAbjUAAC4qAABAOAAAEAAAAA=="/>
              </a:ext>
            </a:extLst>
          </p:cNvSpPr>
          <p:nvPr>
            <p:ph type="sldNum" sz="quarter" idx="5"/>
          </p:nvPr>
        </p:nvSpPr>
        <p:spPr>
          <a:xfrm>
            <a:off x="3884930" y="8685530"/>
            <a:ext cx="2971800" cy="45847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b">
            <a:prstTxWarp prst="textNoShape">
              <a:avLst/>
            </a:prstTxWarp>
          </a:bodyPr>
          <a:lstStyle/>
          <a:p>
            <a:pPr algn="r">
              <a:defRPr lang="en-us" sz="1200"/>
            </a:pPr>
            <a:fld id="{3F4C76D9-97D2-1980-9CF4-61D538BA6A34}" type="slidenum"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ftr="0" dt="0"/>
  <p:notesStyle>
    <a:lvl1pPr marL="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1pPr>
    <a:lvl2pPr marL="4572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2pPr>
    <a:lvl3pPr marL="9144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3pPr>
    <a:lvl4pPr marL="13716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4pPr>
    <a:lvl5pPr marL="1828800" marR="0" indent="0" algn="l" defTabSz="914400">
      <a:lnSpc>
        <a:spcPct val="100000"/>
      </a:lnSpc>
      <a:spcBef>
        <a:spcPts val="0"/>
      </a:spcBef>
      <a:spcAft>
        <a:spcPts val="0"/>
      </a:spcAft>
      <a:buNone/>
      <a:tabLst/>
      <a:defRPr sz="1200" b="0" i="0" u="none" strike="noStrike" kern="1" spc="0" baseline="0">
        <a:solidFill>
          <a:schemeClr val="tx1"/>
        </a:solidFill>
        <a:effectLst/>
        <a:latin typeface="Calibri" pitchFamily="2" charset="0"/>
        <a:ea typeface="Calibri" pitchFamily="2" charset="0"/>
        <a:cs typeface="Calibri" pitchFamily="2" charset="0"/>
      </a:defRPr>
    </a:lvl5pPr>
  </p:notesStyle>
</p:notesMaster>
</file>

<file path=ppt/notesSlides/_rels/notesSlide1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4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5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6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7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8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9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10.xml.rels><?xml version="1.0" encoding="UTF-8" standalone="yes" 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notesSlide1.xml><?xml version="1.0" encoding="utf-8"?>
<p:notes xmlns:p="http://schemas.openxmlformats.org/presentationml/2006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val="SMDATA_12_kSkc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Lrj7AMAAAAEAAAAAAAAAAAAAAAAAAAAAAAAAAeAAAAaAAAAAAAAAAAAAAAAAAAAAAAAAAAAAAAECcAABAnAAAAAAAAAAAAAAAAAAAAAAAAAAAAAAAAAAAAAAAAAAAAABQAAAAAAAAAwMD/AAAAAABkAAAAMgAAAAAAAABkAAAAAAAAAH9/fwAKAAAAHwAAAFQAAAAAAAAFAAAAAQAAAAAAAAAAAAAAAAAAAAAAAAAAAAAAAAAAAAAAAAAAAAAAAH9/fwAAAAADzMzMAMDA/wB/f38AAAAAAAAAAAAAAAAAAAAAAAAAAAAhAAAAGAAAABQAAAA4BAAACAcAAPglAAAEGgAAEAAAAA==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/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val="SMDATA_12_kSkc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JC9gOc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A4BAAAEhsAAPglAAA4MQAAEAAAAA==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t">
            <a:prstTxWarp prst="textNoShape">
              <a:avLst/>
            </a:prstTxWarp>
          </a:bodyPr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val="SMDATA_12_kSkc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HYK1Vw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mFwAAbjUAAC4qAABAOAAAEAAAAA=="/>
              </a:ext>
            </a:extLst>
          </p:cNvSpPr>
          <p:nvPr>
            <p:ph type="sldNum" sz="quarter" idx="4294967295"/>
          </p:nvPr>
        </p:nvSpPr>
        <p:spPr>
          <a:xfrm>
            <a:off x="3884930" y="8685530"/>
            <a:ext cx="2971800" cy="458470"/>
          </a:xfrm>
          <a:prstGeom prst="rect">
            <a:avLst/>
          </a:prstGeom>
          <a:noFill/>
          <a:ln w="1270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b">
            <a:prstTxWarp prst="textNoShape">
              <a:avLst/>
            </a:prstTxWarp>
          </a:bodyPr>
          <a:lstStyle/>
          <a:p>
            <a:pPr>
              <a:defRPr lang="en-us"/>
            </a:pPr>
            <a:fld id="{3F4C612B-65D2-1997-9CF4-93C22FBA6AC6}" type="slidenum">
              <a:t>1</a:t>
            </a:fld>
          </a:p>
        </p:txBody>
      </p:sp>
    </p:spTree>
  </p:cSld>
  <p:clrMapOvr>
    <a:masterClrMapping/>
  </p:clrMapOvr>
</p:notes>
</file>

<file path=ppt/notesSlides/notesSlide2.xml><?xml version="1.0" encoding="utf-8"?>
<p:notes xmlns:p="http://schemas.openxmlformats.org/presentationml/2006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val="SMDATA_12_kSkc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mayRgMAAAAEAAAAAAAAAAAAAAAAAAAAAAAAAAeAAAAaAAAAAAAAAAAAAAAAAAAAAAAAAAAAAAAECcAABAnAAAAAAAAAAAAAAAAAAAAAAAAAAAAAAAAAAAAAAAAAAAAABQAAAAAAAAAwMD/AAAAAABkAAAAMgAAAAAAAABkAAAAAAAAAH9/fwAKAAAAHwAAAFQAAAAAAAAFAAAAAQAAAAAAAAAAAAAAAAAAAAAAAAAAAAAAAAAAAAAAAAAAAAAAAH9/fwAAAAADzMzMAMDA/wB/f38AAAAAAAAAAAAAAAAAAAAAAAAAAAAhAAAAGAAAABQAAAA4BAAACAcAAPglAAAEGgAAEAAAAA==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/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val="SMDATA_12_kSkc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udPd8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A4BAAAEhsAAPglAAA4MQAAEAAAAA==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t">
            <a:prstTxWarp prst="textNoShape">
              <a:avLst/>
            </a:prstTxWarp>
          </a:bodyPr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val="SMDATA_12_kSkc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MrBsQ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mFwAAbjUAAC4qAABAOAAAEAAAAA=="/>
              </a:ext>
            </a:extLst>
          </p:cNvSpPr>
          <p:nvPr>
            <p:ph type="sldNum" sz="quarter" idx="4294967295"/>
          </p:nvPr>
        </p:nvSpPr>
        <p:spPr>
          <a:xfrm>
            <a:off x="3884930" y="8685530"/>
            <a:ext cx="2971800" cy="458470"/>
          </a:xfrm>
          <a:prstGeom prst="rect">
            <a:avLst/>
          </a:prstGeom>
          <a:noFill/>
          <a:ln w="1270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b">
            <a:prstTxWarp prst="textNoShape">
              <a:avLst/>
            </a:prstTxWarp>
          </a:bodyPr>
          <a:lstStyle/>
          <a:p>
            <a:pPr>
              <a:defRPr lang="en-us"/>
            </a:pPr>
            <a:fld id="{3F4C6F40-0ED2-1999-9CF4-F8CC21BA6AAD}" type="slidenum">
              <a:t>2</a:t>
            </a:fld>
          </a:p>
        </p:txBody>
      </p:sp>
    </p:spTree>
  </p:cSld>
  <p:clrMapOvr>
    <a:masterClrMapping/>
  </p:clrMapOvr>
</p:notes>
</file>

<file path=ppt/notesSlides/notesSlide3.xml><?xml version="1.0" encoding="utf-8"?>
<p:notes xmlns:p="http://schemas.openxmlformats.org/presentationml/2006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val="SMDATA_12_kSkc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r///8MAAAAEAAAAAAAAAAAAAAAAAAAAAAAAAAeAAAAaAAAAAAAAAAAAAAAAAAAAAAAAAAAAAAAECcAABAnAAAAAAAAAAAAAAAAAAAAAAAAAAAAAAAAAAAAAAAAAAAAABQAAAAAAAAAwMD/AAAAAABkAAAAMgAAAAAAAABkAAAAAAAAAH9/fwAKAAAAHwAAAFQAAAAAAAAFAAAAAQAAAAAAAAAAAAAAAAAAAAAAAAAAAAAAAAAAAAAAAAAAAAAAAH9/fwAAAAADzMzMAMDA/wB/f38AAAAAAAAAAAAAAAAAAAAAAAAAAAAhAAAAGAAAABQAAAA4BAAACAcAAPglAAAEGgAAEAAAAA==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/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val="SMDATA_12_kSkc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f///8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A4BAAAEhsAAPglAAA4MQAAEAAAAA==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t">
            <a:prstTxWarp prst="textNoShape">
              <a:avLst/>
            </a:prstTxWarp>
          </a:bodyPr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val="SMDATA_12_kSkc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b///8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mFwAAbjUAAC4qAABAOAAAEAAAAA=="/>
              </a:ext>
            </a:extLst>
          </p:cNvSpPr>
          <p:nvPr>
            <p:ph type="sldNum" sz="quarter" idx="4294967295"/>
          </p:nvPr>
        </p:nvSpPr>
        <p:spPr>
          <a:xfrm>
            <a:off x="3884930" y="8685530"/>
            <a:ext cx="2971800" cy="458470"/>
          </a:xfrm>
          <a:prstGeom prst="rect">
            <a:avLst/>
          </a:prstGeom>
          <a:noFill/>
          <a:ln w="1270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b">
            <a:prstTxWarp prst="textNoShape">
              <a:avLst/>
            </a:prstTxWarp>
          </a:bodyPr>
          <a:lstStyle/>
          <a:p>
            <a:pPr>
              <a:defRPr lang="en-us"/>
            </a:pPr>
            <a:fld id="{3F4C01A3-EDD2-19F7-9CF4-1BA24FBA6A4E}" type="slidenum">
              <a:t>3</a:t>
            </a:fld>
          </a:p>
        </p:txBody>
      </p:sp>
    </p:spTree>
  </p:cSld>
  <p:clrMapOvr>
    <a:masterClrMapping/>
  </p:clrMapOvr>
</p:notes>
</file>

<file path=ppt/notesSlides/notesSlide4.xml><?xml version="1.0" encoding="utf-8"?>
<p:notes xmlns:p="http://schemas.openxmlformats.org/presentationml/2006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val="SMDATA_12_kSkc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WAOxoMAAAAEAAAAAAAAAAAAAAAAAAAAAAAAAAeAAAAaAAAAAAAAAAAAAAAAAAAAAAAAAAAAAAAECcAABAnAAAAAAAAAAAAAAAAAAAAAAAAAAAAAAAAAAAAAAAAAAAAABQAAAAAAAAAwMD/AAAAAABkAAAAMgAAAAAAAABkAAAAAAAAAH9/fwAKAAAAHwAAAFQAAAAAAAAFAAAAAQAAAAAAAAAAAAAAAAAAAAAAAAAAAAAAAAAAAAAAAAAAAAAAAH9/fwAAAAADzMzMAMDA/wB/f38AAAAAAAAAAAAAAAAAAAAAAAAAAAAhAAAAGAAAABQAAAA4BAAACAcAAPglAAAEGgAAEAAAAA==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/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val="SMDATA_12_kSkc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WAOxo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A4BAAAEhsAAPglAAA4MQAAEAAAAA==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t">
            <a:prstTxWarp prst="textNoShape">
              <a:avLst/>
            </a:prstTxWarp>
          </a:bodyPr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val="SMDATA_12_kSkc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WAOxo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mFwAAbjUAAC4qAABAOAAAEAAAAA=="/>
              </a:ext>
            </a:extLst>
          </p:cNvSpPr>
          <p:nvPr>
            <p:ph type="sldNum" sz="quarter" idx="4294967295"/>
          </p:nvPr>
        </p:nvSpPr>
        <p:spPr>
          <a:xfrm>
            <a:off x="3884930" y="8685530"/>
            <a:ext cx="2971800" cy="458470"/>
          </a:xfrm>
          <a:prstGeom prst="rect">
            <a:avLst/>
          </a:prstGeom>
          <a:noFill/>
          <a:ln w="1270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b">
            <a:prstTxWarp prst="textNoShape">
              <a:avLst/>
            </a:prstTxWarp>
          </a:bodyPr>
          <a:lstStyle/>
          <a:p>
            <a:pPr>
              <a:defRPr lang="en-us"/>
            </a:pPr>
            <a:fld id="{3F4C5AF0-BED2-19AC-9CF4-48F914BA6A1D}" type="slidenum">
              <a:t>4</a:t>
            </a:fld>
          </a:p>
        </p:txBody>
      </p:sp>
    </p:spTree>
  </p:cSld>
  <p:clrMapOvr>
    <a:masterClrMapping/>
  </p:clrMapOvr>
</p:notes>
</file>

<file path=ppt/notesSlides/notesSlide5.xml><?xml version="1.0" encoding="utf-8"?>
<p:notes xmlns:p="http://schemas.openxmlformats.org/presentationml/2006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val="SMDATA_12_kSkc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H9/fwAAAAADzMzMAMDA/wB/f38AAAAAAAAAAAAAAAAAAAAAAAAAAAAhAAAAGAAAABQAAAA4BAAACAcAAPglAAAEGgAAEAAAAA==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/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val="SMDATA_12_kSkc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WAOxo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A4BAAAEhsAAPglAAA4MQAAEAAAAA==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t">
            <a:prstTxWarp prst="textNoShape">
              <a:avLst/>
            </a:prstTxWarp>
          </a:bodyPr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val="SMDATA_12_kSkc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WAOxo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mFwAAbjUAAC4qAABAOAAAEAAAAA=="/>
              </a:ext>
            </a:extLst>
          </p:cNvSpPr>
          <p:nvPr>
            <p:ph type="sldNum" sz="quarter" idx="4294967295"/>
          </p:nvPr>
        </p:nvSpPr>
        <p:spPr>
          <a:xfrm>
            <a:off x="3884930" y="8685530"/>
            <a:ext cx="2971800" cy="458470"/>
          </a:xfrm>
          <a:prstGeom prst="rect">
            <a:avLst/>
          </a:prstGeom>
          <a:noFill/>
          <a:ln w="1270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b">
            <a:prstTxWarp prst="textNoShape">
              <a:avLst/>
            </a:prstTxWarp>
          </a:bodyPr>
          <a:lstStyle/>
          <a:p>
            <a:pPr>
              <a:defRPr lang="en-us"/>
            </a:pPr>
            <a:fld id="{3F4C58E6-A8D2-19AE-9CF4-5EFB16BA6A0B}" type="slidenum">
              <a:t>5</a:t>
            </a:fld>
          </a:p>
        </p:txBody>
      </p:sp>
    </p:spTree>
  </p:cSld>
  <p:clrMapOvr>
    <a:masterClrMapping/>
  </p:clrMapOvr>
</p:notes>
</file>

<file path=ppt/notesSlides/notesSlide6.xml><?xml version="1.0" encoding="utf-8"?>
<p:notes xmlns:p="http://schemas.openxmlformats.org/presentationml/2006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val="SMDATA_12_kSkc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3///8MAAAAEAAAAAAAAAAAAAAAAAAAAAAAAAAeAAAAaAAAAAAAAAAAAAAAAAAAAAAAAAAAAAAAECcAABAnAAAAAAAAAAAAAAAAAAAAAAAAAAAAAAAAAAAAAAAAAAAAABQAAAAAAAAAwMD/AAAAAABkAAAAMgAAAAAAAABkAAAAAAAAAH9/fwAKAAAAHwAAAFQAAAAAAAAFAAAAAQAAAAAAAAAAAAAAAAAAAAAAAAAAAAAAAAAAAAAAAAAAAAAAAH9/fwAAAAADzMzMAMDA/wB/f38AAAAAAAAAAAAAAAAAAAAAAAAAAAAhAAAAGAAAABQAAAA4BAAACAcAAPglAAAEGgAAEAAAAA==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/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val="SMDATA_12_kSkc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3///8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A4BAAAEhsAAPglAAA4MQAAEAAAAA==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t">
            <a:prstTxWarp prst="textNoShape">
              <a:avLst/>
            </a:prstTxWarp>
          </a:bodyPr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val="SMDATA_12_kSkc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z///8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mFwAAbjUAAC4qAABAOAAAEAAAAA=="/>
              </a:ext>
            </a:extLst>
          </p:cNvSpPr>
          <p:nvPr>
            <p:ph type="sldNum" sz="quarter" idx="4294967295"/>
          </p:nvPr>
        </p:nvSpPr>
        <p:spPr>
          <a:xfrm>
            <a:off x="3884930" y="8685530"/>
            <a:ext cx="2971800" cy="458470"/>
          </a:xfrm>
          <a:prstGeom prst="rect">
            <a:avLst/>
          </a:prstGeom>
          <a:noFill/>
          <a:ln w="1270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b">
            <a:prstTxWarp prst="textNoShape">
              <a:avLst/>
            </a:prstTxWarp>
          </a:bodyPr>
          <a:lstStyle/>
          <a:p>
            <a:pPr>
              <a:defRPr lang="en-us"/>
            </a:pPr>
            <a:fld id="{3F4C0FF6-B8D2-19F9-9CF4-4EAC41BA6A1B}" type="slidenum">
              <a:t>6</a:t>
            </a:fld>
          </a:p>
        </p:txBody>
      </p:sp>
    </p:spTree>
  </p:cSld>
  <p:clrMapOvr>
    <a:masterClrMapping/>
  </p:clrMapOvr>
</p:notes>
</file>

<file path=ppt/notesSlides/notesSlide7.xml><?xml version="1.0" encoding="utf-8"?>
<p:notes xmlns:p="http://schemas.openxmlformats.org/presentationml/2006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val="SMDATA_12_kSkc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z///8MAAAAEAAAAAAAAAAAAAAAAAAAAAAAAAAeAAAAaAAAAAAAAAAAAAAAAAAAAAAAAAAAAAAAECcAABAnAAAAAAAAAAAAAAAAAAAAAAAAAAAAAAAAAAAAAAAAAAAAABQAAAAAAAAAwMD/AAAAAABkAAAAMgAAAAAAAABkAAAAAAAAAH9/fwAKAAAAHwAAAFQAAAAAAAAFAAAAAQAAAAAAAAAAAAAAAAAAAAAAAAAAAAAAAAAAAAAAAAAAAAAAAH9/fwAAAAADzMzMAMDA/wB/f38AAAAAAAAAAAAAAAAAAAAAAAAAAAAhAAAAGAAAABQAAAA4BAAACAcAAPglAAAEGgAAEAAAAA==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/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val="SMDATA_12_kSkc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j///8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A4BAAAEhsAAPglAAA4MQAAEAAAAA==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t">
            <a:prstTxWarp prst="textNoShape">
              <a:avLst/>
            </a:prstTxWarp>
          </a:bodyPr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val="SMDATA_12_kSkc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z///8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mFwAAbjUAAC4qAABAOAAAEAAAAA=="/>
              </a:ext>
            </a:extLst>
          </p:cNvSpPr>
          <p:nvPr>
            <p:ph type="sldNum" sz="quarter" idx="4294967295"/>
          </p:nvPr>
        </p:nvSpPr>
        <p:spPr>
          <a:xfrm>
            <a:off x="3884930" y="8685530"/>
            <a:ext cx="2971800" cy="458470"/>
          </a:xfrm>
          <a:prstGeom prst="rect">
            <a:avLst/>
          </a:prstGeom>
          <a:noFill/>
          <a:ln w="1270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b">
            <a:prstTxWarp prst="textNoShape">
              <a:avLst/>
            </a:prstTxWarp>
          </a:bodyPr>
          <a:lstStyle/>
          <a:p>
            <a:pPr>
              <a:defRPr lang="en-us"/>
            </a:pPr>
            <a:fld id="{3F4C5CE3-ADD2-19AA-9CF4-5BFF12BA6A0E}" type="slidenum">
              <a:t>7</a:t>
            </a:fld>
          </a:p>
        </p:txBody>
      </p:sp>
    </p:spTree>
  </p:cSld>
  <p:clrMapOvr>
    <a:masterClrMapping/>
  </p:clrMapOvr>
</p:notes>
</file>

<file path=ppt/notesSlides/notesSlide8.xml><?xml version="1.0" encoding="utf-8"?>
<p:notes xmlns:p="http://schemas.openxmlformats.org/presentationml/2006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val="SMDATA_12_kSkc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L0/+78MAAAAEAAAAAAAAAAAAAAAAAAAAAAAAAAeAAAAaAAAAAAAAAAAAAAAAAAAAAAAAAAAAAAAECcAABAnAAAAAAAAAAAAAAAAAAAAAAAAAAAAAAAAAAAAAAAAAAAAABQAAAAAAAAAwMD/AAAAAABkAAAAMgAAAAAAAABkAAAAAAAAAH9/fwAKAAAAHwAAAFQAAAAAAAAFAAAAAQAAAAAAAAAAAAAAAAAAAAAAAAAAAAAAAAAAAAAAAAAAAAAAAH9/fwAAAAADzMzMAMDA/wB/f38AAAAAAAAAAAAAAAAAAAAAAAAAAAAhAAAAGAAAABQAAAA4BAAACAcAAPglAAAEGgAAEAAAAA==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/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val="SMDATA_12_kSkc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D/0u38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A4BAAAEhsAAPglAAA4MQAAEAAAAA==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t">
            <a:prstTxWarp prst="textNoShape">
              <a:avLst/>
            </a:prstTxWarp>
          </a:bodyPr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val="SMDATA_12_kSkc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yobGU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mFwAAbjUAAC4qAABAOAAAEAAAAA=="/>
              </a:ext>
            </a:extLst>
          </p:cNvSpPr>
          <p:nvPr>
            <p:ph type="sldNum" sz="quarter" idx="4294967295"/>
          </p:nvPr>
        </p:nvSpPr>
        <p:spPr>
          <a:xfrm>
            <a:off x="3884930" y="8685530"/>
            <a:ext cx="2971800" cy="458470"/>
          </a:xfrm>
          <a:prstGeom prst="rect">
            <a:avLst/>
          </a:prstGeom>
          <a:noFill/>
          <a:ln w="1270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b">
            <a:prstTxWarp prst="textNoShape">
              <a:avLst/>
            </a:prstTxWarp>
          </a:bodyPr>
          <a:lstStyle/>
          <a:p>
            <a:pPr>
              <a:defRPr lang="en-us"/>
            </a:pPr>
            <a:fld id="{3F4C4196-D8D2-19B7-9CF4-2EE20FBA6A7B}" type="slidenum">
              <a:t>8</a:t>
            </a:fld>
          </a:p>
        </p:txBody>
      </p:sp>
    </p:spTree>
  </p:cSld>
  <p:clrMapOvr>
    <a:masterClrMapping/>
  </p:clrMapOvr>
</p:notes>
</file>

<file path=ppt/notesSlides/notesSlide9.xml><?xml version="1.0" encoding="utf-8"?>
<p:notes xmlns:p="http://schemas.openxmlformats.org/presentationml/2006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val="SMDATA_12_kSkc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H9/fwAAAAADzMzMAMDA/wB/f38AAAAAAAAAAAAAAAAAAAAAAAAAAAAhAAAAGAAAABQAAAA4BAAACAcAAPglAAAEGgAAEAAAAA==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/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val="SMDATA_12_kSkc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A4BAAAEhsAAPglAAA4MQAAEAAAAA==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t">
            <a:prstTxWarp prst="textNoShape">
              <a:avLst/>
            </a:prstTxWarp>
          </a:bodyPr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val="SMDATA_12_kSkc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mFwAAbjUAAC4qAABAOAAAEAAAAA=="/>
              </a:ext>
            </a:extLst>
          </p:cNvSpPr>
          <p:nvPr>
            <p:ph type="sldNum" sz="quarter" idx="4294967295"/>
          </p:nvPr>
        </p:nvSpPr>
        <p:spPr>
          <a:xfrm>
            <a:off x="3884930" y="8685530"/>
            <a:ext cx="2971800" cy="458470"/>
          </a:xfrm>
          <a:prstGeom prst="rect">
            <a:avLst/>
          </a:prstGeom>
          <a:noFill/>
          <a:ln w="1270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b">
            <a:prstTxWarp prst="textNoShape">
              <a:avLst/>
            </a:prstTxWarp>
          </a:bodyPr>
          <a:lstStyle/>
          <a:p>
            <a:pPr>
              <a:defRPr lang="en-us"/>
            </a:pPr>
            <a:fld id="{3F4C0B3B-75D2-19FD-9CF4-83A845BA6AD6}" type="slidenum">
              <a:t>9</a:t>
            </a:fld>
          </a:p>
        </p:txBody>
      </p:sp>
    </p:spTree>
  </p:cSld>
  <p:clrMapOvr>
    <a:masterClrMapping/>
  </p:clrMapOvr>
</p:notes>
</file>

<file path=ppt/notesSlides/notesSlide10.xml><?xml version="1.0" encoding="utf-8"?>
<p:notes xmlns:p="http://schemas.openxmlformats.org/presentationml/2006/main" xmlns:r="http://schemas.openxmlformats.org/officeDocument/2006/relationships" xmlns:a="http://schemas.openxmlformats.org/drawingml/2006/main" showMasterSp="0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ChangeArrowheads="1"/>
            <a:extLst>
              <a:ext uri="smNativeData">
                <pr:smNativeData xmlns:pr="smNativeData" val="SMDATA_12_kSkcaRMAAAAlAAAAZAAAAC0AAAAAkAAAAEgAAACQAAAASAAAAAAAAAAB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BAAAAAAAAAAAAAAAU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H9/fwAAAAADzMzMAMDA/wB/f38AAAAAAAAAAAAAAAAAAAAAAAAAAAAhAAAAGAAAABQAAAA4BAAACAcAAPglAAAEGgAAEAAAAA=="/>
              </a:ext>
            </a:extLst>
          </p:cNvSpPr>
          <p:nvPr>
            <p:ph type="sldImg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 cap="flat" cmpd="sng" algn="ctr">
            <a:solidFill>
              <a:srgbClr val="000000"/>
            </a:solidFill>
            <a:prstDash val="solid"/>
            <a:headEnd type="none" w="med" len="med"/>
            <a:tailEnd type="none" w="med" len="med"/>
          </a:ln>
          <a:effectLst/>
        </p:spPr>
      </p:sp>
      <p:sp>
        <p:nvSpPr>
          <p:cNvPr id="3" name="Notes Placeholder 2"/>
          <p:cNvSpPr>
            <a:spLocks noGrp="1" noChangeArrowheads="1"/>
            <a:extLst>
              <a:ext uri="smNativeData">
                <pr:smNativeData xmlns:pr="smNativeData" val="SMDATA_12_kSkcaRMAAAAlAAAAZAAAAA0AAAAAkAAAAEgAAACQAAAAS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A4BAAAEhsAAPglAAA4MQAAEAAAAA=="/>
              </a:ext>
            </a:extLst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 w="1270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t">
            <a:prstTxWarp prst="textNoShape">
              <a:avLst/>
            </a:prstTxWarp>
          </a:bodyPr>
          <a:lstStyle/>
          <a:p>
            <a:pPr>
              <a:defRPr/>
            </a:pPr>
          </a:p>
        </p:txBody>
      </p:sp>
      <p:sp>
        <p:nvSpPr>
          <p:cNvPr id="4" name="Slide Number Placeholder 3"/>
          <p:cNvSpPr>
            <a:spLocks noGrp="1" noChangeArrowheads="1"/>
            <a:extLst>
              <a:ext uri="smNativeData">
                <pr:smNativeData xmlns:pr="smNativeData" val="SMDATA_12_kSkcaRMAAAAlAAAAZAAAAA0AAAAAkAAAAEgAAACQAAAASAAAAAAAAAAC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mFwAAbjUAAC4qAABAOAAAEAAAAA=="/>
              </a:ext>
            </a:extLst>
          </p:cNvSpPr>
          <p:nvPr>
            <p:ph type="sldNum" sz="quarter" idx="4294967295"/>
          </p:nvPr>
        </p:nvSpPr>
        <p:spPr>
          <a:xfrm>
            <a:off x="3884930" y="8685530"/>
            <a:ext cx="2971800" cy="458470"/>
          </a:xfrm>
          <a:prstGeom prst="rect">
            <a:avLst/>
          </a:prstGeom>
          <a:noFill/>
          <a:ln w="12700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numCol="1" anchor="b">
            <a:prstTxWarp prst="textNoShape">
              <a:avLst/>
            </a:prstTxWarp>
          </a:bodyPr>
          <a:lstStyle/>
          <a:p>
            <a:pPr>
              <a:defRPr lang="en-us"/>
            </a:pPr>
            <a:fld id="{3F4C58FD-B3D2-19AE-9CF4-45FB16BA6A10}" type="slidenum">
              <a:t>10</a:t>
            </a:fld>
          </a:p>
        </p:txBody>
      </p:sp>
    </p:spTree>
  </p:cSld>
  <p:clrMapOvr>
    <a:masterClrMapping/>
  </p:clrMapOvr>
</p:notes>
</file>

<file path=ppt/slideLayouts/_rels/slideLayout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 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p="http://schemas.openxmlformats.org/presentationml/2006/main" xmlns:r="http://schemas.openxmlformats.org/officeDocument/2006/relationships" xmlns:a="http://schemas.openxmlformats.org/drawing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제목1"/>
          <p:cNvSpPr>
            <a:spLocks noGrp="1" noChangeArrowheads="1"/>
            <a:extLst>
              <a:ext uri="smNativeData">
                <pr:smNativeData xmlns:pr="smNativeData" val="SMDATA_12_kSkcaRMAAAAlAAAAZAAAAA8BAAAAkAAAAEgAAACQAAAASAAAAAAAAAAAAAAAAAAAAAEAAABQAAAAAAAAAAAA4D8AAAAAAADgPwAAAAAAAOA/AAAAAAAA4D8AAAAAAADgPwAAAAAAAOA/AAAAAAAA4D8AAAAAAADgPwAAAAAAAOA/AAAAAAAA4D8CAAAAjAAAAAEAAAAAAAAARHLED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CgBQAAHg0AAGBFAACkFQAAAAAAAA=="/>
              </a:ext>
            </a:extLst>
          </p:cNvSpPr>
          <p:nvPr>
            <p:ph type="ctrTitle"/>
          </p:nvPr>
        </p:nvSpPr>
        <p:spPr>
          <a:xfrm>
            <a:off x="914400" y="2132330"/>
            <a:ext cx="10363200" cy="1385570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/>
        </p:spPr>
        <p:txBody>
          <a:bodyPr vert="horz" wrap="square" numCol="1" anchor="t">
            <a:prstTxWarp prst="textNoShape">
              <a:avLst/>
            </a:prstTxWarp>
          </a:bodyPr>
          <a:lstStyle/>
          <a:p>
            <a:pPr>
              <a:defRPr/>
            </a:pPr>
          </a:p>
        </p:txBody>
      </p:sp>
      <p:sp>
        <p:nvSpPr>
          <p:cNvPr id="3" name="슬라이드부제목1"/>
          <p:cNvSpPr>
            <a:spLocks noGrp="1" noChangeArrowheads="1"/>
            <a:extLst>
              <a:ext uri="smNativeData">
                <pr:smNativeData xmlns:pr="smNativeData" val="SMDATA_12_kSkcaRMAAAAlAAAAZAAAAA8BAAAAkAAAAEgAAACQAAAASAAAAAAAAAAAAAAAAAAAAAEAAABQAAAAAAAAAAAA4D8AAAAAAADgPwAAAAAAAOA/AAAAAAAA4D8AAAAAAADgPwAAAAAAAOA/AAAAAAAA4D8AAAAAAADgPwAAAAAAAOA/AAAAAAAA4D8CAAAAjAAAAAEAAAAAAAAARHLED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oB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BACwAA4BcAAMA/AAC4IgAAAAAAAA=="/>
              </a:ext>
            </a:extLst>
          </p:cNvSpPr>
          <p:nvPr>
            <p:ph type="subTitle" idx="1"/>
          </p:nvPr>
        </p:nvSpPr>
        <p:spPr>
          <a:xfrm>
            <a:off x="1828800" y="3881120"/>
            <a:ext cx="8534400" cy="1762760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/>
        </p:spPr>
        <p:txBody>
          <a:bodyPr vert="horz" wrap="square" numCol="1" anchor="t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000" b="0" i="0" u="none" strike="noStrike" kern="1" spc="0" baseline="0">
                <a:solidFill>
                  <a:srgbClr val="000000"/>
                </a:solidFill>
                <a:effectLst/>
                <a:latin typeface="Arial" pitchFamily="2" charset="0"/>
                <a:ea typeface="SimSun" pitchFamily="0" charset="0"/>
                <a:cs typeface="Times New Roman" pitchFamily="1" charset="0"/>
              </a:defRPr>
            </a:pPr>
          </a:p>
        </p:txBody>
      </p:sp>
    </p:spTree>
  </p:cSld>
  <p:clrMapOvr>
    <a:masterClrMapping/>
  </p:clrMapOvr>
</p:sldLayout>
</file>

<file path=ppt/slideLayouts/slideLayout2.xml><?xml version="1.0" encoding="utf-8"?>
<p:sldLayout xmlns:p="http://schemas.openxmlformats.org/presentationml/2006/main" xmlns:r="http://schemas.openxmlformats.org/officeDocument/2006/relationships" xmlns:a="http://schemas.openxmlformats.org/drawing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제목1"/>
          <p:cNvSpPr>
            <a:spLocks noGrp="1" noChangeArrowheads="1"/>
            <a:extLst>
              <a:ext uri="smNativeData">
                <pr:smNativeData xmlns:pr="smNativeData" val="SMDATA_12_kSkcaRMAAAAlAAAAZAAAAA8BAAAAkAAAAEgAAACQAAAASAAAAAAAAAAAAAAAAAAAAAEAAABQAAAAAAAAAAAA4D8AAAAAAADgPwAAAAAAAOA/AAAAAAAA4D8AAAAAAADgPwAAAAAAAOA/AAAAAAAA4D8AAAAAAADgPwAAAAAAAOA/AAAAAAAA4D8CAAAAjAAAAAEAAAAAAAAARHLED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AD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AAwAAsAEAAEBHAACwCAAAAAAAAA=="/>
              </a:ext>
            </a:extLst>
          </p:cNvSpPr>
          <p:nvPr>
            <p:ph type="title"/>
          </p:nvPr>
        </p:nvSpPr>
        <p:spPr>
          <a:xfrm>
            <a:off x="609600" y="274320"/>
            <a:ext cx="10972800" cy="1137920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/>
        </p:spPr>
        <p:txBody>
          <a:bodyPr vert="horz" wrap="square" numCol="1" anchor="t">
            <a:prstTxWarp prst="textNoShape">
              <a:avLst/>
            </a:prstTxWarp>
          </a:bodyPr>
          <a:lstStyle/>
          <a:p>
            <a:pPr>
              <a:defRPr/>
            </a:pPr>
          </a:p>
        </p:txBody>
      </p:sp>
      <p:sp>
        <p:nvSpPr>
          <p:cNvPr id="3" name="개체1"/>
          <p:cNvSpPr>
            <a:spLocks noGrp="1" noChangeArrowheads="1"/>
            <a:extLst>
              <a:ext uri="smNativeData">
                <pr:smNativeData xmlns:pr="smNativeData" val="SMDATA_12_kSkcaRMAAAAlAAAAZAAAAA8BAAAAkAAAAEgAAACQAAAASAAAAAAAAAAAAAAAAAAAAAEAAABQAAAAAAAAAAAA4D8AAAAAAADgPwAAAAAAAOA/AAAAAAAA4D8AAAAAAADgPwAAAAAAAOA/AAAAAAAA4D8AAAAAAADgPwAAAAAAAOA/AAAAAAAA4D8CAAAAjAAAAAEAAAAAAAAARHLED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AAwAAyQkAAEBHAACsJQAAAAAAAA=="/>
              </a:ext>
            </a:extLst>
          </p:cNvSpPr>
          <p:nvPr>
            <p:ph type="obj" idx="1"/>
          </p:nvPr>
        </p:nvSpPr>
        <p:spPr>
          <a:xfrm>
            <a:off x="609600" y="1590675"/>
            <a:ext cx="10972800" cy="453326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/>
        </p:spPr>
        <p:txBody>
          <a:bodyPr vert="horz" wrap="square" numCol="1" anchor="t">
            <a:prstTxWarp prst="textNoShape">
              <a:avLst/>
            </a:prstTxWarp>
          </a:bodyPr>
          <a:lstStyle/>
          <a:p>
            <a:pPr>
              <a:defRPr/>
            </a:pPr>
          </a:p>
        </p:txBody>
      </p:sp>
    </p:spTree>
  </p:cSld>
  <p:clrMapOvr>
    <a:masterClrMapping/>
  </p:clrMapOvr>
</p:sldLayout>
</file>

<file path=ppt/slideLayouts/slideLayout3.xml><?xml version="1.0" encoding="utf-8"?>
<p:sldLayout xmlns:p="http://schemas.openxmlformats.org/presentationml/2006/main" xmlns:r="http://schemas.openxmlformats.org/officeDocument/2006/relationships" xmlns:a="http://schemas.openxmlformats.org/drawingml/2006/main" type="twoObj" preserve="1">
  <p:cSld name="제목 및 2개 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제목1"/>
          <p:cNvSpPr>
            <a:spLocks noGrp="1" noChangeArrowheads="1"/>
            <a:extLst>
              <a:ext uri="smNativeData">
                <pr:smNativeData xmlns:pr="smNativeData" val="SMDATA_12_kSkcaRMAAAAlAAAAZAAAAA8BAAAAkAAAAEgAAACQAAAASAAAAAAAAAAAAAAAAAAAAAEAAABQAAAAAAAAAAAA4D8AAAAAAADgPwAAAAAAAOA/AAAAAAAA4D8AAAAAAADgPwAAAAAAAOA/AAAAAAAA4D8AAAAAAADgPwAAAAAAAOA/AAAAAAAA4D8CAAAAjAAAAAEAAAAAAAAARHLED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o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AAwAAsAEAAEBHAACwCAAAAAAAAA=="/>
              </a:ext>
            </a:extLst>
          </p:cNvSpPr>
          <p:nvPr>
            <p:ph type="title"/>
          </p:nvPr>
        </p:nvSpPr>
        <p:spPr>
          <a:xfrm>
            <a:off x="609600" y="274320"/>
            <a:ext cx="10972800" cy="1137920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/>
        </p:spPr>
        <p:txBody>
          <a:bodyPr vert="horz" wrap="square" numCol="1" anchor="t">
            <a:prstTxWarp prst="textNoShape">
              <a:avLst/>
            </a:prstTxWarp>
          </a:bodyPr>
          <a:lstStyle/>
          <a:p>
            <a:pPr>
              <a:defRPr/>
            </a:pPr>
          </a:p>
        </p:txBody>
      </p:sp>
      <p:sp>
        <p:nvSpPr>
          <p:cNvPr id="3" name="개체1"/>
          <p:cNvSpPr>
            <a:spLocks noGrp="1" noChangeArrowheads="1"/>
            <a:extLst>
              <a:ext uri="smNativeData">
                <pr:smNativeData xmlns:pr="smNativeData" val="SMDATA_12_kSkcaRMAAAAlAAAAZAAAAA8BAAAAkAAAAEgAAACQAAAASAAAAAAAAAAAAAAAAAAAAAEAAABQAAAAAAAAAAAA4D8AAAAAAADgPwAAAAAAAOA/AAAAAAAA4D8AAAAAAADgPwAAAAAAAOA/AAAAAAAA4D8AAAAAAADgPwAAAAAAAOA/AAAAAAAA4D8CAAAAjAAAAAEAAAAAAAAARHLED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AAwAAyQkAAJMkAACsJQAAAAAAAA=="/>
              </a:ext>
            </a:extLst>
          </p:cNvSpPr>
          <p:nvPr>
            <p:ph type="obj" sz="half" idx="1"/>
          </p:nvPr>
        </p:nvSpPr>
        <p:spPr>
          <a:xfrm>
            <a:off x="609600" y="1590675"/>
            <a:ext cx="5335905" cy="453326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/>
        </p:spPr>
        <p:txBody>
          <a:bodyPr vert="horz" wrap="square" numCol="1" anchor="t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000" b="0" i="0" u="none" strike="noStrike" kern="1" spc="0" baseline="0">
                <a:solidFill>
                  <a:srgbClr val="000000"/>
                </a:solidFill>
                <a:effectLst/>
                <a:latin typeface="Arial" pitchFamily="2" charset="0"/>
                <a:ea typeface="SimSun" pitchFamily="0" charset="0"/>
                <a:cs typeface="Times New Roman" pitchFamily="1" charset="0"/>
              </a:defRPr>
            </a:pPr>
          </a:p>
        </p:txBody>
      </p:sp>
      <p:sp>
        <p:nvSpPr>
          <p:cNvPr id="4" name="개체2"/>
          <p:cNvSpPr>
            <a:spLocks noGrp="1" noChangeArrowheads="1"/>
            <a:extLst>
              <a:ext uri="smNativeData">
                <pr:smNativeData xmlns:pr="smNativeData" val="SMDATA_12_kSkcaRMAAAAlAAAAZAAAAA8BAAAAkAAAAEgAAACQAAAASAAAAAAAAAAAAAAAAAAAAAEAAABQAAAAAAAAAAAA4D8AAAAAAADgPwAAAAAAAOA/AAAAAAAA4D8AAAAAAADgPwAAAAAAAOA/AAAAAAAA4D8AAAAAAADgPwAAAAAAAOA/AAAAAAAA4D8CAAAAjAAAAAEAAAAAAAAARHLED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BtJgAAyQkAAEBHAACsJQAAAAAAAA=="/>
              </a:ext>
            </a:extLst>
          </p:cNvSpPr>
          <p:nvPr>
            <p:ph type="obj" sz="half" idx="2"/>
          </p:nvPr>
        </p:nvSpPr>
        <p:spPr>
          <a:xfrm>
            <a:off x="6246495" y="1590675"/>
            <a:ext cx="5335905" cy="453326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/>
        </p:spPr>
        <p:txBody>
          <a:bodyPr vert="horz" wrap="square" numCol="1" anchor="t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000" b="0" i="0" u="none" strike="noStrike" kern="1" spc="0" baseline="0">
                <a:solidFill>
                  <a:srgbClr val="000000"/>
                </a:solidFill>
                <a:effectLst/>
                <a:latin typeface="Arial" pitchFamily="2" charset="0"/>
                <a:ea typeface="SimSun" pitchFamily="0" charset="0"/>
                <a:cs typeface="Times New Roman" pitchFamily="1" charset="0"/>
              </a:defRPr>
            </a:pPr>
          </a:p>
        </p:txBody>
      </p:sp>
    </p:spTree>
  </p:cSld>
  <p:clrMapOvr>
    <a:masterClrMapping/>
  </p:clrMapOvr>
</p:sldLayout>
</file>

<file path=ppt/slideLayouts/slideLayout4.xml><?xml version="1.0" encoding="utf-8"?>
<p:sldLayout xmlns:p="http://schemas.openxmlformats.org/presentationml/2006/main" xmlns:r="http://schemas.openxmlformats.org/officeDocument/2006/relationships" xmlns:a="http://schemas.openxmlformats.org/drawing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제목1"/>
          <p:cNvSpPr>
            <a:spLocks noGrp="1" noChangeArrowheads="1"/>
            <a:extLst>
              <a:ext uri="smNativeData">
                <pr:smNativeData xmlns:pr="smNativeData" val="SMDATA_12_kSkcaRMAAAAlAAAAZAAAAA8BAAAAkAAAAEgAAACQAAAASAAAAAAAAAAAAAAAAAAAAAEAAABQAAAAAAAAAAAA4D8AAAAAAADgPwAAAAAAAOA/AAAAAAAA4D8AAAAAAADgPwAAAAAAAOA/AAAAAAAA4D8AAAAAAADgPwAAAAAAAOA/AAAAAAAA4D8CAAAAjAAAAAEAAAAAAAAARHLED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AD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AAwAAsAEAAEBHAACwCAAAAAAAAA=="/>
              </a:ext>
            </a:extLst>
          </p:cNvSpPr>
          <p:nvPr>
            <p:ph type="title"/>
          </p:nvPr>
        </p:nvSpPr>
        <p:spPr>
          <a:xfrm>
            <a:off x="609600" y="274320"/>
            <a:ext cx="10972800" cy="1137920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/>
        </p:spPr>
        <p:txBody>
          <a:bodyPr vert="horz" wrap="square" numCol="1" anchor="t">
            <a:prstTxWarp prst="textNoShape">
              <a:avLst/>
            </a:prstTxWarp>
          </a:bodyPr>
          <a:lstStyle/>
          <a:p>
            <a:pPr>
              <a:defRPr/>
            </a:pPr>
          </a:p>
        </p:txBody>
      </p:sp>
    </p:spTree>
  </p:cSld>
  <p:clrMapOvr>
    <a:masterClrMapping/>
  </p:clrMapOvr>
</p:sldLayout>
</file>

<file path=ppt/slideLayouts/slideLayout5.xml><?xml version="1.0" encoding="utf-8"?>
<p:sldLayout xmlns:p="http://schemas.openxmlformats.org/presentationml/2006/main" xmlns:r="http://schemas.openxmlformats.org/officeDocument/2006/relationships" xmlns:a="http://schemas.openxmlformats.org/drawingml/2006/main" type="blank" preserve="1">
  <p:cSld name="빈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6.xml><?xml version="1.0" encoding="utf-8"?>
<p:sldLayout xmlns:p="http://schemas.openxmlformats.org/presentationml/2006/main" xmlns:r="http://schemas.openxmlformats.org/officeDocument/2006/relationships" xmlns:a="http://schemas.openxmlformats.org/drawingml/2006/main" type="objOnly" preserve="1">
  <p:cSld name="내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개체1"/>
          <p:cNvSpPr>
            <a:spLocks noGrp="1" noChangeArrowheads="1"/>
            <a:extLst>
              <a:ext uri="smNativeData">
                <pr:smNativeData xmlns:pr="smNativeData" val="SMDATA_12_kSkcaRMAAAAlAAAAZAAAAA8BAAAAkAAAAEgAAACQAAAASAAAAAAAAAAAAAAAAAAAAAEAAABQAAAAAAAAAAAA4D8AAAAAAADgPwAAAAAAAOA/AAAAAAAA4D8AAAAAAADgPwAAAAAAAOA/AAAAAAAA4D8AAAAAAADgPwAAAAAAAOA/AAAAAAAA4D8CAAAAjAAAAAEAAAAAAAAARHLED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oB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AAwAAsAEAAEBHAACsJQAAAAAAAA=="/>
              </a:ext>
            </a:extLst>
          </p:cNvSpPr>
          <p:nvPr>
            <p:ph type="obj"/>
          </p:nvPr>
        </p:nvSpPr>
        <p:spPr>
          <a:xfrm>
            <a:off x="609600" y="274320"/>
            <a:ext cx="10972800" cy="5849620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/>
        </p:spPr>
        <p:txBody>
          <a:bodyPr vert="horz" wrap="square" numCol="1" anchor="t">
            <a:prstTxWarp prst="textNoShape">
              <a:avLst/>
            </a:prstTxWarp>
          </a:bodyPr>
          <a:lstStyle/>
          <a:p>
            <a:pPr>
              <a:defRPr/>
            </a:pPr>
          </a:p>
        </p:txBody>
      </p:sp>
    </p:spTree>
  </p:cSld>
  <p:clrMapOvr>
    <a:masterClrMapping/>
  </p:clrMapOvr>
</p:sldLayout>
</file>

<file path=ppt/slideLayouts/slideLayout7.xml><?xml version="1.0" encoding="utf-8"?>
<p:sldLayout xmlns:p="http://schemas.openxmlformats.org/presentationml/2006/main" xmlns:r="http://schemas.openxmlformats.org/officeDocument/2006/relationships" xmlns:a="http://schemas.openxmlformats.org/drawingml/2006/main" type="objOverTx" preserve="1">
  <p:cSld name="제목 및 2개 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제목1"/>
          <p:cNvSpPr>
            <a:spLocks noGrp="1" noChangeArrowheads="1"/>
            <a:extLst>
              <a:ext uri="smNativeData">
                <pr:smNativeData xmlns:pr="smNativeData" val="SMDATA_12_kSkcaRMAAAAlAAAAZAAAAA8BAAAAkAAAAEgAAACQAAAASAAAAAAAAAAAAAAAAAAAAAEAAABQAAAAAAAAAAAA4D8AAAAAAADgPwAAAAAAAOA/AAAAAAAA4D8AAAAAAADgPwAAAAAAAOA/AAAAAAAA4D8AAAAAAADgPwAAAAAAAOA/AAAAAAAA4D8CAAAAjAAAAAEAAAAAAAAARHLED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AAwAAsAEAAEBHAACwCAAAAAAAAA=="/>
              </a:ext>
            </a:extLst>
          </p:cNvSpPr>
          <p:nvPr>
            <p:ph type="title"/>
          </p:nvPr>
        </p:nvSpPr>
        <p:spPr>
          <a:xfrm>
            <a:off x="609600" y="274320"/>
            <a:ext cx="10972800" cy="1137920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/>
        </p:spPr>
        <p:txBody>
          <a:bodyPr vert="horz" wrap="square" numCol="1" anchor="t">
            <a:prstTxWarp prst="textNoShape">
              <a:avLst/>
            </a:prstTxWarp>
          </a:bodyPr>
          <a:lstStyle/>
          <a:p>
            <a:pPr>
              <a:defRPr/>
            </a:pPr>
          </a:p>
        </p:txBody>
      </p:sp>
      <p:sp>
        <p:nvSpPr>
          <p:cNvPr id="3" name="개체1"/>
          <p:cNvSpPr>
            <a:spLocks noGrp="1" noChangeArrowheads="1"/>
            <a:extLst>
              <a:ext uri="smNativeData">
                <pr:smNativeData xmlns:pr="smNativeData" val="SMDATA_12_kSkcaRMAAAAlAAAAZAAAAA8BAAAAkAAAAEgAAACQAAAASAAAAAAAAAAAAAAAAAAAAAEAAABQAAAAAAAAAAAA4D8AAAAAAADgPwAAAAAAAOA/AAAAAAAA4D8AAAAAAADgPwAAAAAAAOA/AAAAAAAA4D8AAAAAAADgPwAAAAAAAOA/AAAAAAAA4D8CAAAAjAAAAAEAAAAAAAAARHLED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AD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AAwAAyQkAAEBHAADNFgAAAAAAAA=="/>
              </a:ext>
            </a:extLst>
          </p:cNvSpPr>
          <p:nvPr>
            <p:ph type="obj" sz="half" idx="1"/>
          </p:nvPr>
        </p:nvSpPr>
        <p:spPr>
          <a:xfrm>
            <a:off x="609600" y="1590675"/>
            <a:ext cx="10972800" cy="2115820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/>
        </p:spPr>
        <p:txBody>
          <a:bodyPr vert="horz" wrap="square" numCol="1" anchor="t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000" b="0" i="0" u="none" strike="noStrike" kern="1" spc="0" baseline="0">
                <a:solidFill>
                  <a:srgbClr val="000000"/>
                </a:solidFill>
                <a:effectLst/>
                <a:latin typeface="Arial" pitchFamily="2" charset="0"/>
                <a:ea typeface="SimSun" pitchFamily="0" charset="0"/>
                <a:cs typeface="Times New Roman" pitchFamily="1" charset="0"/>
              </a:defRPr>
            </a:pPr>
          </a:p>
        </p:txBody>
      </p:sp>
      <p:sp>
        <p:nvSpPr>
          <p:cNvPr id="4" name="개체2"/>
          <p:cNvSpPr>
            <a:spLocks noGrp="1" noChangeArrowheads="1"/>
            <a:extLst>
              <a:ext uri="smNativeData">
                <pr:smNativeData xmlns:pr="smNativeData" val="SMDATA_12_kSkcaRMAAAAlAAAAZAAAAA8BAAAAkAAAAEgAAACQAAAASAAAAAAAAAAAAAAAAAAAAAEAAABQAAAAAAAAAAAA4D8AAAAAAADgPwAAAAAAAOA/AAAAAAAA4D8AAAAAAADgPwAAAAAAAOA/AAAAAAAA4D8AAAAAAADgPwAAAAAAAOA/AAAAAAAA4D8CAAAAjAAAAAEAAAAAAAAARHLED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U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AAwAApxgAAEBHAACsJQAAAAAAAA=="/>
              </a:ext>
            </a:extLst>
          </p:cNvSpPr>
          <p:nvPr>
            <p:ph type="obj" sz="half" idx="2"/>
          </p:nvPr>
        </p:nvSpPr>
        <p:spPr>
          <a:xfrm>
            <a:off x="609600" y="4007485"/>
            <a:ext cx="10972800" cy="211645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/>
        </p:spPr>
        <p:txBody>
          <a:bodyPr vert="horz" wrap="square" numCol="1" anchor="t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000" b="0" i="0" u="none" strike="noStrike" kern="1" spc="0" baseline="0">
                <a:solidFill>
                  <a:srgbClr val="000000"/>
                </a:solidFill>
                <a:effectLst/>
                <a:latin typeface="Arial" pitchFamily="2" charset="0"/>
                <a:ea typeface="SimSun" pitchFamily="0" charset="0"/>
                <a:cs typeface="Times New Roman" pitchFamily="1" charset="0"/>
              </a:defRPr>
            </a:pPr>
          </a:p>
        </p:txBody>
      </p:sp>
    </p:spTree>
  </p:cSld>
  <p:clrMapOvr>
    <a:masterClrMapping/>
  </p:clrMapOvr>
</p:sldLayout>
</file>

<file path=ppt/slideLayouts/slideLayout8.xml><?xml version="1.0" encoding="utf-8"?>
<p:sldLayout xmlns:p="http://schemas.openxmlformats.org/presentationml/2006/main" xmlns:r="http://schemas.openxmlformats.org/officeDocument/2006/relationships" xmlns:a="http://schemas.openxmlformats.org/drawingml/2006/main" type="fourObj" preserve="1">
  <p:cSld name="제목 및 4개 내용 영역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제목1"/>
          <p:cNvSpPr>
            <a:spLocks noGrp="1" noChangeArrowheads="1"/>
            <a:extLst>
              <a:ext uri="smNativeData">
                <pr:smNativeData xmlns:pr="smNativeData" val="SMDATA_12_kSkcaRMAAAAlAAAAZAAAAA8BAAAAkAAAAEgAAACQAAAASAAAAAAAAAAAAAAAAAAAAAEAAABQAAAAAAAAAAAA4D8AAAAAAADgPwAAAAAAAOA/AAAAAAAA4D8AAAAAAADgPwAAAAAAAOA/AAAAAAAA4D8AAAAAAADgPwAAAAAAAOA/AAAAAAAA4D8CAAAAjAAAAAEAAAAAAAAARHLED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AAwAAsAEAAEBHAACwCAAAAAAAAA=="/>
              </a:ext>
            </a:extLst>
          </p:cNvSpPr>
          <p:nvPr>
            <p:ph type="title"/>
          </p:nvPr>
        </p:nvSpPr>
        <p:spPr>
          <a:xfrm>
            <a:off x="609600" y="274320"/>
            <a:ext cx="10972800" cy="1137920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/>
        </p:spPr>
        <p:txBody>
          <a:bodyPr vert="horz" wrap="square" numCol="1" anchor="t">
            <a:prstTxWarp prst="textNoShape">
              <a:avLst/>
            </a:prstTxWarp>
          </a:bodyPr>
          <a:lstStyle/>
          <a:p>
            <a:pPr>
              <a:defRPr/>
            </a:pPr>
          </a:p>
        </p:txBody>
      </p:sp>
      <p:sp>
        <p:nvSpPr>
          <p:cNvPr id="3" name="개체1"/>
          <p:cNvSpPr>
            <a:spLocks noGrp="1" noChangeArrowheads="1"/>
            <a:extLst>
              <a:ext uri="smNativeData">
                <pr:smNativeData xmlns:pr="smNativeData" val="SMDATA_12_kSkcaRMAAAAlAAAAZAAAAA8BAAAAkAAAAEgAAACQAAAASAAAAAAAAAAAAAAAAAAAAAEAAABQAAAAAAAAAAAA4D8AAAAAAADgPwAAAAAAAOA/AAAAAAAA4D8AAAAAAADgPwAAAAAAAOA/AAAAAAAA4D8AAAAAAADgPwAAAAAAAOA/AAAAAAAA4D8CAAAAjAAAAAEAAAAAAAAARHLED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AAwAAyQkAAJMkAADNFgAAAAAAAA=="/>
              </a:ext>
            </a:extLst>
          </p:cNvSpPr>
          <p:nvPr>
            <p:ph type="obj" sz="quarter" idx="1"/>
          </p:nvPr>
        </p:nvSpPr>
        <p:spPr>
          <a:xfrm>
            <a:off x="609600" y="1590675"/>
            <a:ext cx="5335905" cy="2115820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/>
        </p:spPr>
        <p:txBody>
          <a:bodyPr vert="horz" wrap="square" numCol="1" anchor="t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000" b="0" i="0" u="none" strike="noStrike" kern="1" spc="0" baseline="0">
                <a:solidFill>
                  <a:srgbClr val="000000"/>
                </a:solidFill>
                <a:effectLst/>
                <a:latin typeface="Arial" pitchFamily="2" charset="0"/>
                <a:ea typeface="SimSun" pitchFamily="0" charset="0"/>
                <a:cs typeface="Times New Roman" pitchFamily="1" charset="0"/>
              </a:defRPr>
            </a:pPr>
          </a:p>
        </p:txBody>
      </p:sp>
      <p:sp>
        <p:nvSpPr>
          <p:cNvPr id="4" name="개체2"/>
          <p:cNvSpPr>
            <a:spLocks noGrp="1" noChangeArrowheads="1"/>
            <a:extLst>
              <a:ext uri="smNativeData">
                <pr:smNativeData xmlns:pr="smNativeData" val="SMDATA_12_kSkcaRMAAAAlAAAAZAAAAA8BAAAAkAAAAEgAAACQAAAASAAAAAAAAAAAAAAAAAAAAAEAAABQAAAAAAAAAAAA4D8AAAAAAADgPwAAAAAAAOA/AAAAAAAA4D8AAAAAAADgPwAAAAAAAOA/AAAAAAAA4D8AAAAAAADgPwAAAAAAAOA/AAAAAAAA4D8CAAAAjAAAAAEAAAAAAAAARHLED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BtJgAAyQkAAEBHAADNFgAAAAAAAA=="/>
              </a:ext>
            </a:extLst>
          </p:cNvSpPr>
          <p:nvPr>
            <p:ph type="obj" sz="quarter" idx="2"/>
          </p:nvPr>
        </p:nvSpPr>
        <p:spPr>
          <a:xfrm>
            <a:off x="6246495" y="1590675"/>
            <a:ext cx="5335905" cy="2115820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/>
        </p:spPr>
        <p:txBody>
          <a:bodyPr vert="horz" wrap="square" numCol="1" anchor="t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000" b="0" i="0" u="none" strike="noStrike" kern="1" spc="0" baseline="0">
                <a:solidFill>
                  <a:srgbClr val="000000"/>
                </a:solidFill>
                <a:effectLst/>
                <a:latin typeface="Arial" pitchFamily="2" charset="0"/>
                <a:ea typeface="SimSun" pitchFamily="0" charset="0"/>
                <a:cs typeface="Times New Roman" pitchFamily="1" charset="0"/>
              </a:defRPr>
            </a:pPr>
          </a:p>
        </p:txBody>
      </p:sp>
      <p:sp>
        <p:nvSpPr>
          <p:cNvPr id="5" name="개체4"/>
          <p:cNvSpPr>
            <a:spLocks noGrp="1" noChangeArrowheads="1"/>
            <a:extLst>
              <a:ext uri="smNativeData">
                <pr:smNativeData xmlns:pr="smNativeData" val="SMDATA_12_kSkcaRMAAAAlAAAAZAAAAA8BAAAAkAAAAEgAAACQAAAASAAAAAAAAAAAAAAAAAAAAAEAAABQAAAAAAAAAAAA4D8AAAAAAADgPwAAAAAAAOA/AAAAAAAA4D8AAAAAAADgPwAAAAAAAOA/AAAAAAAA4D8AAAAAAADgPwAAAAAAAOA/AAAAAAAA4D8CAAAAjAAAAAEAAAAAAAAARHLED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AAwAApxgAAJMkAACsJQAAAAAAAA=="/>
              </a:ext>
            </a:extLst>
          </p:cNvSpPr>
          <p:nvPr>
            <p:ph type="obj" sz="quarter" idx="3"/>
          </p:nvPr>
        </p:nvSpPr>
        <p:spPr>
          <a:xfrm>
            <a:off x="609600" y="4007485"/>
            <a:ext cx="5335905" cy="211645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/>
        </p:spPr>
        <p:txBody>
          <a:bodyPr vert="horz" wrap="square" numCol="1" anchor="t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000" b="0" i="0" u="none" strike="noStrike" kern="1" spc="0" baseline="0">
                <a:solidFill>
                  <a:srgbClr val="000000"/>
                </a:solidFill>
                <a:effectLst/>
                <a:latin typeface="Arial" pitchFamily="2" charset="0"/>
                <a:ea typeface="SimSun" pitchFamily="0" charset="0"/>
                <a:cs typeface="Times New Roman" pitchFamily="1" charset="0"/>
              </a:defRPr>
            </a:pPr>
          </a:p>
        </p:txBody>
      </p:sp>
      <p:sp>
        <p:nvSpPr>
          <p:cNvPr id="6" name="개체3"/>
          <p:cNvSpPr>
            <a:spLocks noGrp="1" noChangeArrowheads="1"/>
            <a:extLst>
              <a:ext uri="smNativeData">
                <pr:smNativeData xmlns:pr="smNativeData" val="SMDATA_12_kSkcaRMAAAAlAAAAZAAAAA8BAAAAkAAAAEgAAACQAAAASAAAAAAAAAAAAAAAAAAAAAEAAABQAAAAAAAAAAAA4D8AAAAAAADgPwAAAAAAAOA/AAAAAAAA4D8AAAAAAADgPwAAAAAAAOA/AAAAAAAA4D8AAAAAAADgPwAAAAAAAOA/AAAAAAAA4D8CAAAAjAAAAAEAAAAAAAAARHLED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BtJgAApxgAAEBHAACsJQAAAAAAAA=="/>
              </a:ext>
            </a:extLst>
          </p:cNvSpPr>
          <p:nvPr>
            <p:ph type="obj" sz="quarter" idx="4"/>
          </p:nvPr>
        </p:nvSpPr>
        <p:spPr>
          <a:xfrm>
            <a:off x="6246495" y="4007485"/>
            <a:ext cx="5335905" cy="211645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/>
        </p:spPr>
        <p:txBody>
          <a:bodyPr vert="horz" wrap="square" numCol="1" anchor="t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000" b="0" i="0" u="none" strike="noStrike" kern="1" spc="0" baseline="0">
                <a:solidFill>
                  <a:srgbClr val="000000"/>
                </a:solidFill>
                <a:effectLst/>
                <a:latin typeface="Arial" pitchFamily="2" charset="0"/>
                <a:ea typeface="SimSun" pitchFamily="0" charset="0"/>
                <a:cs typeface="Times New Roman" pitchFamily="1" charset="0"/>
              </a:defRPr>
            </a:pPr>
          </a:p>
        </p:txBody>
      </p:sp>
    </p:spTree>
  </p:cSld>
  <p:clrMapOvr>
    <a:masterClrMapping/>
  </p:clrMapOvr>
</p:sldLayout>
</file>

<file path=ppt/slideLayouts/slideLayout9.xml><?xml version="1.0" encoding="utf-8"?>
<p:sldLayout xmlns:p="http://schemas.openxmlformats.org/presentationml/2006/main" xmlns:r="http://schemas.openxmlformats.org/officeDocument/2006/relationships" xmlns:a="http://schemas.openxmlformats.org/drawingml/2006/main" type="objAndTwoObj" preserve="1">
  <p:cSld name="제목 및 2개 열, 오른쪽 열 분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제목1"/>
          <p:cNvSpPr>
            <a:spLocks noGrp="1" noChangeArrowheads="1"/>
            <a:extLst>
              <a:ext uri="smNativeData">
                <pr:smNativeData xmlns:pr="smNativeData" val="SMDATA_12_kSkcaRMAAAAlAAAAZAAAAA8BAAAAkAAAAEgAAACQAAAASAAAAAAAAAAAAAAAAAAAAAEAAABQAAAAAAAAAAAA4D8AAAAAAADgPwAAAAAAAOA/AAAAAAAA4D8AAAAAAADgPwAAAAAAAOA/AAAAAAAA4D8AAAAAAADgPwAAAAAAAOA/AAAAAAAA4D8CAAAAjAAAAAEAAAAAAAAARHLED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I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AAwAAsAEAAEBHAACwCAAAAAAAAA=="/>
              </a:ext>
            </a:extLst>
          </p:cNvSpPr>
          <p:nvPr>
            <p:ph type="title"/>
          </p:nvPr>
        </p:nvSpPr>
        <p:spPr>
          <a:xfrm>
            <a:off x="609600" y="274320"/>
            <a:ext cx="10972800" cy="1137920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/>
        </p:spPr>
        <p:txBody>
          <a:bodyPr vert="horz" wrap="square" numCol="1" anchor="t">
            <a:prstTxWarp prst="textNoShape">
              <a:avLst/>
            </a:prstTxWarp>
          </a:bodyPr>
          <a:lstStyle/>
          <a:p>
            <a:pPr>
              <a:defRPr/>
            </a:pPr>
          </a:p>
        </p:txBody>
      </p:sp>
      <p:sp>
        <p:nvSpPr>
          <p:cNvPr id="3" name="개체1"/>
          <p:cNvSpPr>
            <a:spLocks noGrp="1" noChangeArrowheads="1"/>
            <a:extLst>
              <a:ext uri="smNativeData">
                <pr:smNativeData xmlns:pr="smNativeData" val="SMDATA_12_kSkcaRMAAAAlAAAAZAAAAA8BAAAAkAAAAEgAAACQAAAASAAAAAAAAAAAAAAAAAAAAAEAAABQAAAAAAAAAAAA4D8AAAAAAADgPwAAAAAAAOA/AAAAAAAA4D8AAAAAAADgPwAAAAAAAOA/AAAAAAAA4D8AAAAAAADgPwAAAAAAAOA/AAAAAAAA4D8CAAAAjAAAAAEAAAAAAAAARHLED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gxiws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AAwAAyQkAAJMkAACsJQAAAAAAAA=="/>
              </a:ext>
            </a:extLst>
          </p:cNvSpPr>
          <p:nvPr>
            <p:ph type="obj" sz="half" idx="1"/>
          </p:nvPr>
        </p:nvSpPr>
        <p:spPr>
          <a:xfrm>
            <a:off x="609600" y="1590675"/>
            <a:ext cx="5335905" cy="453326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/>
        </p:spPr>
        <p:txBody>
          <a:bodyPr vert="horz" wrap="square" numCol="1" anchor="t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000" b="0" i="0" u="none" strike="noStrike" kern="1" spc="0" baseline="0">
                <a:solidFill>
                  <a:srgbClr val="000000"/>
                </a:solidFill>
                <a:effectLst/>
                <a:latin typeface="Arial" pitchFamily="2" charset="0"/>
                <a:ea typeface="SimSun" pitchFamily="0" charset="0"/>
                <a:cs typeface="Times New Roman" pitchFamily="1" charset="0"/>
              </a:defRPr>
            </a:pPr>
          </a:p>
        </p:txBody>
      </p:sp>
      <p:sp>
        <p:nvSpPr>
          <p:cNvPr id="4" name="개체3"/>
          <p:cNvSpPr>
            <a:spLocks noGrp="1" noChangeArrowheads="1"/>
            <a:extLst>
              <a:ext uri="smNativeData">
                <pr:smNativeData xmlns:pr="smNativeData" val="SMDATA_12_kSkcaRMAAAAlAAAAZAAAAA8BAAAAkAAAAEgAAACQAAAASAAAAAAAAAAAAAAAAAAAAAEAAABQAAAAAAAAAAAA4D8AAAAAAADgPwAAAAAAAOA/AAAAAAAA4D8AAAAAAADgPwAAAAAAAOA/AAAAAAAA4D8AAAAAAADgPwAAAAAAAOA/AAAAAAAA4D8CAAAAjAAAAAEAAAAAAAAARHLED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o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BtJgAAyQkAAEBHAADNFgAAAAAAAA=="/>
              </a:ext>
            </a:extLst>
          </p:cNvSpPr>
          <p:nvPr>
            <p:ph type="obj" sz="quarter" idx="2"/>
          </p:nvPr>
        </p:nvSpPr>
        <p:spPr>
          <a:xfrm>
            <a:off x="6246495" y="1590675"/>
            <a:ext cx="5335905" cy="2115820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/>
        </p:spPr>
        <p:txBody>
          <a:bodyPr vert="horz" wrap="square" numCol="1" anchor="t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000" b="0" i="0" u="none" strike="noStrike" kern="1" spc="0" baseline="0">
                <a:solidFill>
                  <a:srgbClr val="000000"/>
                </a:solidFill>
                <a:effectLst/>
                <a:latin typeface="Arial" pitchFamily="2" charset="0"/>
                <a:ea typeface="SimSun" pitchFamily="0" charset="0"/>
                <a:cs typeface="Times New Roman" pitchFamily="1" charset="0"/>
              </a:defRPr>
            </a:pPr>
          </a:p>
        </p:txBody>
      </p:sp>
      <p:sp>
        <p:nvSpPr>
          <p:cNvPr id="5" name="개체2"/>
          <p:cNvSpPr>
            <a:spLocks noGrp="1" noChangeArrowheads="1"/>
            <a:extLst>
              <a:ext uri="smNativeData">
                <pr:smNativeData xmlns:pr="smNativeData" val="SMDATA_12_kSkcaRMAAAAlAAAAZAAAAA8BAAAAkAAAAEgAAACQAAAASAAAAAAAAAAAAAAAAAAAAAEAAABQAAAAAAAAAAAA4D8AAAAAAADgPwAAAAAAAOA/AAAAAAAA4D8AAAAAAADgPwAAAAAAAOA/AAAAAAAA4D8AAAAAAADgPwAAAAAAAOA/AAAAAAAA4D8CAAAAjAAAAAEAAAAAAAAARHLED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JDXhgs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BtJgAApxgAAEBHAACsJQAAAAAAAA=="/>
              </a:ext>
            </a:extLst>
          </p:cNvSpPr>
          <p:nvPr>
            <p:ph type="obj" sz="quarter" idx="3"/>
          </p:nvPr>
        </p:nvSpPr>
        <p:spPr>
          <a:xfrm>
            <a:off x="6246495" y="4007485"/>
            <a:ext cx="5335905" cy="211645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/>
        </p:spPr>
        <p:txBody>
          <a:bodyPr vert="horz" wrap="square" numCol="1" anchor="t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000" b="0" i="0" u="none" strike="noStrike" kern="1" spc="0" baseline="0">
                <a:solidFill>
                  <a:srgbClr val="000000"/>
                </a:solidFill>
                <a:effectLst/>
                <a:latin typeface="Arial" pitchFamily="2" charset="0"/>
                <a:ea typeface="SimSun" pitchFamily="0" charset="0"/>
                <a:cs typeface="Times New Roman" pitchFamily="1" charset="0"/>
              </a:defRPr>
            </a:pPr>
          </a:p>
        </p:txBody>
      </p:sp>
    </p:spTree>
  </p:cSld>
  <p:clrMapOvr>
    <a:masterClrMapping/>
  </p:clrMapOvr>
</p:sldLayout>
</file>

<file path=ppt/slideLayouts/slideLayout10.xml><?xml version="1.0" encoding="utf-8"?>
<p:sldLayout xmlns:p="http://schemas.openxmlformats.org/presentationml/2006/main" xmlns:r="http://schemas.openxmlformats.org/officeDocument/2006/relationships" xmlns:a="http://schemas.openxmlformats.org/drawingml/2006/main" type="twoObjAndObj" preserve="1">
  <p:cSld name="제목 및 2개 열, 왼쪽 열 분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제목1"/>
          <p:cNvSpPr>
            <a:spLocks noGrp="1" noChangeArrowheads="1"/>
            <a:extLst>
              <a:ext uri="smNativeData">
                <pr:smNativeData xmlns:pr="smNativeData" val="SMDATA_12_kSkcaRMAAAAlAAAAZAAAAA8BAAAAkAAAAEgAAACQAAAASAAAAAAAAAAAAAAAAAAAAAEAAABQAAAAAAAAAAAA4D8AAAAAAADgPwAAAAAAAOA/AAAAAAAA4D8AAAAAAADgPwAAAAAAAOA/AAAAAAAA4D8AAAAAAADgPwAAAAAAAOA/AAAAAAAA4D8CAAAAjAAAAAEAAAAAAAAARHLED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Ks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AAwAAsAEAAEBHAACwCAAAAAAAAA=="/>
              </a:ext>
            </a:extLst>
          </p:cNvSpPr>
          <p:nvPr>
            <p:ph type="title"/>
          </p:nvPr>
        </p:nvSpPr>
        <p:spPr>
          <a:xfrm>
            <a:off x="609600" y="274320"/>
            <a:ext cx="10972800" cy="1137920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/>
        </p:spPr>
        <p:txBody>
          <a:bodyPr vert="horz" wrap="square" numCol="1" anchor="t">
            <a:prstTxWarp prst="textNoShape">
              <a:avLst/>
            </a:prstTxWarp>
          </a:bodyPr>
          <a:lstStyle/>
          <a:p>
            <a:pPr>
              <a:defRPr/>
            </a:pPr>
          </a:p>
        </p:txBody>
      </p:sp>
      <p:sp>
        <p:nvSpPr>
          <p:cNvPr id="3" name="개체1"/>
          <p:cNvSpPr>
            <a:spLocks noGrp="1" noChangeArrowheads="1"/>
            <a:extLst>
              <a:ext uri="smNativeData">
                <pr:smNativeData xmlns:pr="smNativeData" val="SMDATA_12_kSkcaRMAAAAlAAAAZAAAAA8BAAAAkAAAAEgAAACQAAAASAAAAAAAAAAAAAAAAAAAAAEAAABQAAAAAAAAAAAA4D8AAAAAAADgPwAAAAAAAOA/AAAAAAAA4D8AAAAAAADgPwAAAAAAAOA/AAAAAAAA4D8AAAAAAADgPwAAAAAAAOA/AAAAAAAA4D8CAAAAjAAAAAEAAAAAAAAARHLED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AAwAAyQkAAJMkAADNFgAAAAAAAA=="/>
              </a:ext>
            </a:extLst>
          </p:cNvSpPr>
          <p:nvPr>
            <p:ph type="obj" sz="quarter" idx="1"/>
          </p:nvPr>
        </p:nvSpPr>
        <p:spPr>
          <a:xfrm>
            <a:off x="609600" y="1590675"/>
            <a:ext cx="5335905" cy="2115820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/>
        </p:spPr>
        <p:txBody>
          <a:bodyPr vert="horz" wrap="square" numCol="1" anchor="t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000" b="0" i="0" u="none" strike="noStrike" kern="1" spc="0" baseline="0">
                <a:solidFill>
                  <a:srgbClr val="000000"/>
                </a:solidFill>
                <a:effectLst/>
                <a:latin typeface="Arial" pitchFamily="2" charset="0"/>
                <a:ea typeface="SimSun" pitchFamily="0" charset="0"/>
                <a:cs typeface="Times New Roman" pitchFamily="1" charset="0"/>
              </a:defRPr>
            </a:pPr>
          </a:p>
        </p:txBody>
      </p:sp>
      <p:sp>
        <p:nvSpPr>
          <p:cNvPr id="4" name="개체3"/>
          <p:cNvSpPr>
            <a:spLocks noGrp="1" noChangeArrowheads="1"/>
            <a:extLst>
              <a:ext uri="smNativeData">
                <pr:smNativeData xmlns:pr="smNativeData" val="SMDATA_12_kSkcaRMAAAAlAAAAZAAAAA8BAAAAkAAAAEgAAACQAAAASAAAAAAAAAAAAAAAAAAAAAEAAABQAAAAAAAAAAAA4D8AAAAAAADgPwAAAAAAAOA/AAAAAAAA4D8AAAAAAADgPwAAAAAAAOA/AAAAAAAA4D8AAAAAAADgPwAAAAAAAOA/AAAAAAAA4D8CAAAAjAAAAAEAAAAAAAAARHLED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AAwAApxgAAJMkAACsJQAAAAAAAA=="/>
              </a:ext>
            </a:extLst>
          </p:cNvSpPr>
          <p:nvPr>
            <p:ph type="obj" sz="quarter" idx="2"/>
          </p:nvPr>
        </p:nvSpPr>
        <p:spPr>
          <a:xfrm>
            <a:off x="609600" y="4007485"/>
            <a:ext cx="5335905" cy="211645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/>
        </p:spPr>
        <p:txBody>
          <a:bodyPr vert="horz" wrap="square" numCol="1" anchor="t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000" b="0" i="0" u="none" strike="noStrike" kern="1" spc="0" baseline="0">
                <a:solidFill>
                  <a:srgbClr val="000000"/>
                </a:solidFill>
                <a:effectLst/>
                <a:latin typeface="Arial" pitchFamily="2" charset="0"/>
                <a:ea typeface="SimSun" pitchFamily="0" charset="0"/>
                <a:cs typeface="Times New Roman" pitchFamily="1" charset="0"/>
              </a:defRPr>
            </a:pPr>
          </a:p>
        </p:txBody>
      </p:sp>
      <p:sp>
        <p:nvSpPr>
          <p:cNvPr id="5" name="개체2"/>
          <p:cNvSpPr>
            <a:spLocks noGrp="1" noChangeArrowheads="1"/>
            <a:extLst>
              <a:ext uri="smNativeData">
                <pr:smNativeData xmlns:pr="smNativeData" val="SMDATA_12_kSkcaRMAAAAlAAAAZAAAAA8BAAAAkAAAAEgAAACQAAAASAAAAAAAAAAAAAAAAAAAAAEAAABQAAAAAAAAAAAA4D8AAAAAAADgPwAAAAAAAOA/AAAAAAAA4D8AAAAAAADgPwAAAAAAAOA/AAAAAAAA4D8AAAAAAADgPwAAAAAAAOA/AAAAAAAA4D8CAAAAjAAAAAEAAAAAAAAARHLED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BUAI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BtJgAAyQkAAEBHAACsJQAAAAAAAA=="/>
              </a:ext>
            </a:extLst>
          </p:cNvSpPr>
          <p:nvPr>
            <p:ph type="obj" sz="half" idx="3"/>
          </p:nvPr>
        </p:nvSpPr>
        <p:spPr>
          <a:xfrm>
            <a:off x="6246495" y="1590675"/>
            <a:ext cx="5335905" cy="453326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/>
        </p:spPr>
        <p:txBody>
          <a:bodyPr vert="horz" wrap="square" numCol="1" anchor="t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000" b="0" i="0" u="none" strike="noStrike" kern="1" spc="0" baseline="0">
                <a:solidFill>
                  <a:srgbClr val="000000"/>
                </a:solidFill>
                <a:effectLst/>
                <a:latin typeface="Arial" pitchFamily="2" charset="0"/>
                <a:ea typeface="SimSun" pitchFamily="0" charset="0"/>
                <a:cs typeface="Times New Roman" pitchFamily="1" charset="0"/>
              </a:defRPr>
            </a:pPr>
          </a:p>
        </p:txBody>
      </p:sp>
    </p:spTree>
  </p:cSld>
  <p:clrMapOvr>
    <a:masterClrMapping/>
  </p:clrMapOvr>
</p:sldLayout>
</file>

<file path=ppt/slideLayouts/slideLayout11.xml><?xml version="1.0" encoding="utf-8"?>
<p:sldLayout xmlns:p="http://schemas.openxmlformats.org/presentationml/2006/main" xmlns:r="http://schemas.openxmlformats.org/officeDocument/2006/relationships" xmlns:a="http://schemas.openxmlformats.org/drawingml/2006/main" type="twoTxTwoObj" preserve="1">
  <p:cSld name="제목 및 2개 행, 아래 행 분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제목1"/>
          <p:cNvSpPr>
            <a:spLocks noGrp="1" noChangeArrowheads="1"/>
            <a:extLst>
              <a:ext uri="smNativeData">
                <pr:smNativeData xmlns:pr="smNativeData" val="SMDATA_12_kSkcaRMAAAAlAAAAZAAAAA8BAAAAkAAAAEgAAACQAAAASAAAAAAAAAAAAAAAAAAAAAEAAABQAAAAAAAAAAAA4D8AAAAAAADgPwAAAAAAAOA/AAAAAAAA4D8AAAAAAADgPwAAAAAAAOA/AAAAAAAA4D8AAAAAAADgPwAAAAAAAOA/AAAAAAAA4D8CAAAAjAAAAAEAAAAAAAAARHLED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AAwAAsAEAAEBHAACwCAAAAAAAAA=="/>
              </a:ext>
            </a:extLst>
          </p:cNvSpPr>
          <p:nvPr>
            <p:ph type="title"/>
          </p:nvPr>
        </p:nvSpPr>
        <p:spPr>
          <a:xfrm>
            <a:off x="609600" y="274320"/>
            <a:ext cx="10972800" cy="1137920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/>
        </p:spPr>
        <p:txBody>
          <a:bodyPr vert="horz" wrap="square" numCol="1" anchor="t">
            <a:prstTxWarp prst="textNoShape">
              <a:avLst/>
            </a:prstTxWarp>
          </a:bodyPr>
          <a:lstStyle/>
          <a:p>
            <a:pPr>
              <a:defRPr/>
            </a:pPr>
          </a:p>
        </p:txBody>
      </p:sp>
      <p:sp>
        <p:nvSpPr>
          <p:cNvPr id="3" name="개체1"/>
          <p:cNvSpPr>
            <a:spLocks noGrp="1" noChangeArrowheads="1"/>
            <a:extLst>
              <a:ext uri="smNativeData">
                <pr:smNativeData xmlns:pr="smNativeData" val="SMDATA_12_kSkcaRMAAAAlAAAAZAAAAA8BAAAAkAAAAEgAAACQAAAASAAAAAAAAAAAAAAAAAAAAAEAAABQAAAAAAAAAAAA4D8AAAAAAADgPwAAAAAAAOA/AAAAAAAA4D8AAAAAAADgPwAAAAAAAOA/AAAAAAAA4D8AAAAAAADgPwAAAAAAAOA/AAAAAAAA4D8CAAAAjAAAAAEAAAAAAAAARHLED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AAwAAyQkAAEBHAADNFgAAAAAAAA=="/>
              </a:ext>
            </a:extLst>
          </p:cNvSpPr>
          <p:nvPr>
            <p:ph type="obj" sz="half" idx="1"/>
          </p:nvPr>
        </p:nvSpPr>
        <p:spPr>
          <a:xfrm>
            <a:off x="609600" y="1590675"/>
            <a:ext cx="10972800" cy="2115820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/>
        </p:spPr>
        <p:txBody>
          <a:bodyPr vert="horz" wrap="square" numCol="1" anchor="t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000" b="0" i="0" u="none" strike="noStrike" kern="1" spc="0" baseline="0">
                <a:solidFill>
                  <a:srgbClr val="000000"/>
                </a:solidFill>
                <a:effectLst/>
                <a:latin typeface="Arial" pitchFamily="2" charset="0"/>
                <a:ea typeface="SimSun" pitchFamily="0" charset="0"/>
                <a:cs typeface="Times New Roman" pitchFamily="1" charset="0"/>
              </a:defRPr>
            </a:pPr>
          </a:p>
        </p:txBody>
      </p:sp>
      <p:sp>
        <p:nvSpPr>
          <p:cNvPr id="4" name="개체3"/>
          <p:cNvSpPr>
            <a:spLocks noGrp="1" noChangeArrowheads="1"/>
            <a:extLst>
              <a:ext uri="smNativeData">
                <pr:smNativeData xmlns:pr="smNativeData" val="SMDATA_12_kSkcaRMAAAAlAAAAZAAAAA8BAAAAkAAAAEgAAACQAAAASAAAAAAAAAAAAAAAAAAAAAEAAABQAAAAAAAAAAAA4D8AAAAAAADgPwAAAAAAAOA/AAAAAAAA4D8AAAAAAADgPwAAAAAAAOA/AAAAAAAA4D8AAAAAAADgPwAAAAAAAOA/AAAAAAAA4D8CAAAAjAAAAAEAAAAAAAAARHLED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AAwAApxgAAJMkAACsJQAAAAAAAA=="/>
              </a:ext>
            </a:extLst>
          </p:cNvSpPr>
          <p:nvPr>
            <p:ph type="obj" sz="quarter" idx="2"/>
          </p:nvPr>
        </p:nvSpPr>
        <p:spPr>
          <a:xfrm>
            <a:off x="609600" y="4007485"/>
            <a:ext cx="5335905" cy="211645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/>
        </p:spPr>
        <p:txBody>
          <a:bodyPr vert="horz" wrap="square" numCol="1" anchor="t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000" b="0" i="0" u="none" strike="noStrike" kern="1" spc="0" baseline="0">
                <a:solidFill>
                  <a:srgbClr val="000000"/>
                </a:solidFill>
                <a:effectLst/>
                <a:latin typeface="Arial" pitchFamily="2" charset="0"/>
                <a:ea typeface="SimSun" pitchFamily="0" charset="0"/>
                <a:cs typeface="Times New Roman" pitchFamily="1" charset="0"/>
              </a:defRPr>
            </a:pPr>
          </a:p>
        </p:txBody>
      </p:sp>
      <p:sp>
        <p:nvSpPr>
          <p:cNvPr id="5" name="개체2"/>
          <p:cNvSpPr>
            <a:spLocks noGrp="1" noChangeArrowheads="1"/>
            <a:extLst>
              <a:ext uri="smNativeData">
                <pr:smNativeData xmlns:pr="smNativeData" val="SMDATA_12_kSkcaRMAAAAlAAAAZAAAAA8BAAAAkAAAAEgAAACQAAAASAAAAAAAAAAAAAAAAAAAAAEAAABQAAAAAAAAAAAA4D8AAAAAAADgPwAAAAAAAOA/AAAAAAAA4D8AAAAAAADgPwAAAAAAAOA/AAAAAAAA4D8AAAAAAADgPwAAAAAAAOA/AAAAAAAA4D8CAAAAjAAAAAEAAAAAAAAARHLED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BtJgAApxgAAEBHAACsJQAAAAAAAA=="/>
              </a:ext>
            </a:extLst>
          </p:cNvSpPr>
          <p:nvPr>
            <p:ph type="obj" sz="quarter" idx="3"/>
          </p:nvPr>
        </p:nvSpPr>
        <p:spPr>
          <a:xfrm>
            <a:off x="6246495" y="4007485"/>
            <a:ext cx="5335905" cy="211645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/>
        </p:spPr>
        <p:txBody>
          <a:bodyPr vert="horz" wrap="square" numCol="1" anchor="t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000" b="0" i="0" u="none" strike="noStrike" kern="1" spc="0" baseline="0">
                <a:solidFill>
                  <a:srgbClr val="000000"/>
                </a:solidFill>
                <a:effectLst/>
                <a:latin typeface="Arial" pitchFamily="2" charset="0"/>
                <a:ea typeface="SimSun" pitchFamily="0" charset="0"/>
                <a:cs typeface="Times New Roman" pitchFamily="1" charset="0"/>
              </a:defRPr>
            </a:pPr>
          </a:p>
        </p:txBody>
      </p:sp>
    </p:spTree>
  </p:cSld>
  <p:clrMapOvr>
    <a:masterClrMapping/>
  </p:clrMapOvr>
</p:sldLayout>
</file>

<file path=ppt/slideLayouts/slideLayout12.xml><?xml version="1.0" encoding="utf-8"?>
<p:sldLayout xmlns:p="http://schemas.openxmlformats.org/presentationml/2006/main" xmlns:r="http://schemas.openxmlformats.org/officeDocument/2006/relationships" xmlns:a="http://schemas.openxmlformats.org/drawingml/2006/main" type="twoObjOverTx" preserve="1">
  <p:cSld name="제목 및 2개 행, 위 행 분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슬라이드 제목1"/>
          <p:cNvSpPr>
            <a:spLocks noGrp="1" noChangeArrowheads="1"/>
            <a:extLst>
              <a:ext uri="smNativeData">
                <pr:smNativeData xmlns:pr="smNativeData" val="SMDATA_12_kSkcaRMAAAAlAAAAZAAAAA8BAAAAkAAAAEgAAACQAAAASAAAAAAAAAAAAAAAAAAAAAEAAABQAAAAAAAAAAAA4D8AAAAAAADgPwAAAAAAAOA/AAAAAAAA4D8AAAAAAADgPwAAAAAAAOA/AAAAAAAA4D8AAAAAAADgPwAAAAAAAOA/AAAAAAAA4D8CAAAAjAAAAAEAAAAAAAAARHLED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AAwAAsAEAAEBHAACwCAAAAAAAAA=="/>
              </a:ext>
            </a:extLst>
          </p:cNvSpPr>
          <p:nvPr>
            <p:ph type="title"/>
          </p:nvPr>
        </p:nvSpPr>
        <p:spPr>
          <a:xfrm>
            <a:off x="609600" y="274320"/>
            <a:ext cx="10972800" cy="1137920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/>
        </p:spPr>
        <p:txBody>
          <a:bodyPr vert="horz" wrap="square" numCol="1" anchor="t">
            <a:prstTxWarp prst="textNoShape">
              <a:avLst/>
            </a:prstTxWarp>
          </a:bodyPr>
          <a:lstStyle/>
          <a:p>
            <a:pPr>
              <a:defRPr/>
            </a:pPr>
          </a:p>
        </p:txBody>
      </p:sp>
      <p:sp>
        <p:nvSpPr>
          <p:cNvPr id="3" name="개체1"/>
          <p:cNvSpPr>
            <a:spLocks noGrp="1" noChangeArrowheads="1"/>
            <a:extLst>
              <a:ext uri="smNativeData">
                <pr:smNativeData xmlns:pr="smNativeData" val="SMDATA_12_kSkcaRMAAAAlAAAAZAAAAA8BAAAAkAAAAEgAAACQAAAASAAAAAAAAAAAAAAAAAAAAAEAAABQAAAAAAAAAAAA4D8AAAAAAADgPwAAAAAAAOA/AAAAAAAA4D8AAAAAAADgPwAAAAAAAOA/AAAAAAAA4D8AAAAAAADgPwAAAAAAAOA/AAAAAAAA4D8CAAAAjAAAAAEAAAAAAAAARHLED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AAwAAyQkAAJMkAADNFgAAAAAAAA=="/>
              </a:ext>
            </a:extLst>
          </p:cNvSpPr>
          <p:nvPr>
            <p:ph type="obj" sz="quarter" idx="1"/>
          </p:nvPr>
        </p:nvSpPr>
        <p:spPr>
          <a:xfrm>
            <a:off x="609600" y="1590675"/>
            <a:ext cx="5335905" cy="2115820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/>
        </p:spPr>
        <p:txBody>
          <a:bodyPr vert="horz" wrap="square" numCol="1" anchor="t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000" b="0" i="0" u="none" strike="noStrike" kern="1" spc="0" baseline="0">
                <a:solidFill>
                  <a:srgbClr val="000000"/>
                </a:solidFill>
                <a:effectLst/>
                <a:latin typeface="Arial" pitchFamily="2" charset="0"/>
                <a:ea typeface="SimSun" pitchFamily="0" charset="0"/>
                <a:cs typeface="Times New Roman" pitchFamily="1" charset="0"/>
              </a:defRPr>
            </a:pPr>
          </a:p>
        </p:txBody>
      </p:sp>
      <p:sp>
        <p:nvSpPr>
          <p:cNvPr id="4" name="개체3"/>
          <p:cNvSpPr>
            <a:spLocks noGrp="1" noChangeArrowheads="1"/>
            <a:extLst>
              <a:ext uri="smNativeData">
                <pr:smNativeData xmlns:pr="smNativeData" val="SMDATA_12_kSkcaRMAAAAlAAAAZAAAAA8BAAAAkAAAAEgAAACQAAAASAAAAAAAAAAAAAAAAAAAAAEAAABQAAAAAAAAAAAA4D8AAAAAAADgPwAAAAAAAOA/AAAAAAAA4D8AAAAAAADgPwAAAAAAAOA/AAAAAAAA4D8AAAAAAADgPwAAAAAAAOA/AAAAAAAA4D8CAAAAjAAAAAEAAAAAAAAARHLED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CbAY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BtJgAAyQkAAEBHAADNFgAAAAAAAA=="/>
              </a:ext>
            </a:extLst>
          </p:cNvSpPr>
          <p:nvPr>
            <p:ph type="obj" sz="quarter" idx="2"/>
          </p:nvPr>
        </p:nvSpPr>
        <p:spPr>
          <a:xfrm>
            <a:off x="6246495" y="1590675"/>
            <a:ext cx="5335905" cy="2115820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/>
        </p:spPr>
        <p:txBody>
          <a:bodyPr vert="horz" wrap="square" numCol="1" anchor="t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000" b="0" i="0" u="none" strike="noStrike" kern="1" spc="0" baseline="0">
                <a:solidFill>
                  <a:srgbClr val="000000"/>
                </a:solidFill>
                <a:effectLst/>
                <a:latin typeface="Arial" pitchFamily="2" charset="0"/>
                <a:ea typeface="SimSun" pitchFamily="0" charset="0"/>
                <a:cs typeface="Times New Roman" pitchFamily="1" charset="0"/>
              </a:defRPr>
            </a:pPr>
          </a:p>
        </p:txBody>
      </p:sp>
      <p:sp>
        <p:nvSpPr>
          <p:cNvPr id="5" name="개체2"/>
          <p:cNvSpPr>
            <a:spLocks noGrp="1" noChangeArrowheads="1"/>
            <a:extLst>
              <a:ext uri="smNativeData">
                <pr:smNativeData xmlns:pr="smNativeData" val="SMDATA_12_kSkcaRMAAAAlAAAAZAAAAA8BAAAAkAAAAEgAAACQAAAASAAAAAAAAAAAAAAAAAAAAAEAAABQAAAAAAAAAAAA4D8AAAAAAADgPwAAAAAAAOA/AAAAAAAA4D8AAAAAAADgPwAAAAAAAOA/AAAAAAAA4D8AAAAAAADgPwAAAAAAAOA/AAAAAAAA4D8CAAAAjAAAAAEAAAAAAAAARHLEDP///wgAAAAAAAAAAAAAAAAAAAAAAAAAAAAAAAAAAAAAZAAAAAEAAABAAAAAAAAAAAAAAAAAAAAAAAAAAAAAAAAAAAAAAAAAAAAAAAAAAAAAAAAAAAAAAAAAAAAAAAAAAAAAAAAAAAAAAAAAAAAAAAAAAAAAAAAAAAAAAAAAAAAAFAAAADwAAAABAAAAAAAAAAAAAAkUAAAAAQAAABQAAAAUAAAAFAAAAAE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AAAAAFAAAAAQAAAAAAAAAAAAAAAAAAAAAAAAAAAAAAAAAAAAAAAAAAAAAAAn9/fwAAAAADzMzMAMDA/wB/f38AAAAAAAAAAAAAAAAAAAAAAAAAAAAhAAAAGAAAABQAAADAAwAApxgAAEBHAACsJQAAAAAAAA=="/>
              </a:ext>
            </a:extLst>
          </p:cNvSpPr>
          <p:nvPr>
            <p:ph type="obj" sz="half" idx="3"/>
          </p:nvPr>
        </p:nvSpPr>
        <p:spPr>
          <a:xfrm>
            <a:off x="609600" y="4007485"/>
            <a:ext cx="10972800" cy="2116455"/>
          </a:xfrm>
          <a:prstGeom prst="rect">
            <a:avLst/>
          </a:prstGeom>
          <a:solidFill>
            <a:schemeClr val="accent1"/>
          </a:solidFill>
          <a:ln w="12700" cap="flat" cmpd="sng" algn="ctr">
            <a:solidFill>
              <a:schemeClr val="tx1"/>
            </a:solidFill>
            <a:prstDash val="solid"/>
            <a:headEnd type="none" w="med" len="med"/>
            <a:tailEnd type="none" w="med" len="med"/>
          </a:ln>
          <a:effectLst/>
        </p:spPr>
        <p:txBody>
          <a:bodyPr vert="horz" wrap="square" numCol="1" anchor="t">
            <a:prstTxWarp prst="textNoShape">
              <a:avLst/>
            </a:prstTxWarp>
          </a:bodyPr>
          <a:lstStyle/>
          <a:p>
            <a: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sz="1000" b="0" i="0" u="none" strike="noStrike" kern="1" spc="0" baseline="0">
                <a:solidFill>
                  <a:srgbClr val="000000"/>
                </a:solidFill>
                <a:effectLst/>
                <a:latin typeface="Arial" pitchFamily="2" charset="0"/>
                <a:ea typeface="SimSun" pitchFamily="0" charset="0"/>
                <a:cs typeface="Times New Roman" pitchFamily="1" charset="0"/>
              </a:defRPr>
            </a:pPr>
          </a:p>
        </p:txBody>
      </p:sp>
    </p:spTree>
  </p:cSld>
  <p:clrMapOvr>
    <a:masterClrMapping/>
  </p:clrMapOvr>
</p:sldLayout>
</file>

<file path=ppt/slideMasters/_rels/slideMaster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theme" Target="../theme/theme1.xml"/></Relationships>
</file>

<file path=ppt/slideMasters/slideMaster1.xml><?xml version="1.0" encoding="utf-8"?>
<p:sldMaster xmlns:p="http://schemas.openxmlformats.org/presentationml/2006/main" xmlns:r="http://schemas.openxmlformats.org/officeDocument/2006/relationships" xmlns:a="http://schemas.openxmlformats.org/drawing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hf sldNum="0" hdr="0" ftr="0" dt="0"/>
  <p:txStyles>
    <p:bodyStyle>
      <a:lvl1pPr marL="342900" marR="0" indent="-3429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•"/>
        <a:tabLst/>
        <a:defRPr sz="3200" b="0" i="0" u="none" strike="noStrike" kern="1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1pPr>
      <a:lvl2pPr marL="742950" marR="0" indent="-28575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–"/>
        <a:tabLst/>
        <a:defRPr sz="2800" b="0" i="0" u="none" strike="noStrike" kern="1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2pPr>
      <a:lvl3pPr marL="11430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•"/>
        <a:tabLst/>
        <a:defRPr sz="2400" b="0" i="0" u="none" strike="noStrike" kern="1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3pPr>
      <a:lvl4pPr marL="16002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–"/>
        <a:tabLst/>
        <a:defRPr sz="2000" b="0" i="0" u="none" strike="noStrike" kern="1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4pPr>
      <a:lvl5pPr marL="2057400" marR="0" indent="-228600" algn="l" defTabSz="914400">
        <a:lnSpc>
          <a:spcPct val="100000"/>
        </a:lnSpc>
        <a:spcBef>
          <a:spcPts val="0"/>
        </a:spcBef>
        <a:spcAft>
          <a:spcPts val="0"/>
        </a:spcAft>
        <a:buClrTx/>
        <a:buSzTx/>
        <a:buFont typeface="Arial" pitchFamily="2" charset="0"/>
        <a:buChar char="»"/>
        <a:tabLst/>
        <a:defRPr sz="2000" b="0" i="0" u="none" strike="noStrike" kern="1" spc="0" baseline="0">
          <a:solidFill>
            <a:schemeClr val="tx1"/>
          </a:solidFill>
          <a:effectLst/>
          <a:latin typeface="Calibri" pitchFamily="2" charset="0"/>
          <a:ea typeface="Calibri" pitchFamily="2" charset="0"/>
          <a:cs typeface="Calibri" pitchFamily="2" charset="0"/>
        </a:defRPr>
      </a:lvl5pPr>
    </p:bodyStyle>
  </p:txStyles>
</p:sldMaster>
</file>

<file path=ppt/slides/_rels/slide1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Relationship Id="rId7" Type="http://schemas.openxmlformats.org/officeDocument/2006/relationships/image" Target="../media/image5.png"/><Relationship Id="rId8" Type="http://schemas.openxmlformats.org/officeDocument/2006/relationships/image" Target="../media/image6.png"/><Relationship Id="rId9" Type="http://schemas.openxmlformats.org/officeDocument/2006/relationships/image" Target="../media/image7.png"/></Relationships>
</file>

<file path=ppt/slides/_rels/slide2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10.png"/><Relationship Id="rId6" Type="http://schemas.openxmlformats.org/officeDocument/2006/relationships/image" Target="../media/image11.png"/><Relationship Id="rId7" Type="http://schemas.openxmlformats.org/officeDocument/2006/relationships/image" Target="../media/image12.png"/><Relationship Id="rId8" Type="http://schemas.openxmlformats.org/officeDocument/2006/relationships/image" Target="../media/image13.png"/><Relationship Id="rId9" Type="http://schemas.openxmlformats.org/officeDocument/2006/relationships/image" Target="../media/image13.png"/><Relationship Id="rId10" Type="http://schemas.openxmlformats.org/officeDocument/2006/relationships/image" Target="../media/image13.png"/><Relationship Id="rId11" Type="http://schemas.openxmlformats.org/officeDocument/2006/relationships/image" Target="../media/image14.png"/><Relationship Id="rId12" Type="http://schemas.openxmlformats.org/officeDocument/2006/relationships/image" Target="../media/image15.png"/><Relationship Id="rId13" Type="http://schemas.openxmlformats.org/officeDocument/2006/relationships/image" Target="../media/image16.png"/><Relationship Id="rId14" Type="http://schemas.openxmlformats.org/officeDocument/2006/relationships/image" Target="../media/image17.png"/><Relationship Id="rId15" Type="http://schemas.openxmlformats.org/officeDocument/2006/relationships/image" Target="../media/image18.png"/><Relationship Id="rId16" Type="http://schemas.openxmlformats.org/officeDocument/2006/relationships/image" Target="../media/image19.png"/></Relationships>
</file>

<file path=ppt/slides/_rels/slide3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20.png"/><Relationship Id="rId6" Type="http://schemas.openxmlformats.org/officeDocument/2006/relationships/image" Target="../media/image21.png"/><Relationship Id="rId7" Type="http://schemas.openxmlformats.org/officeDocument/2006/relationships/image" Target="../media/image22.png"/><Relationship Id="rId8" Type="http://schemas.openxmlformats.org/officeDocument/2006/relationships/image" Target="../media/image23.png"/><Relationship Id="rId9" Type="http://schemas.openxmlformats.org/officeDocument/2006/relationships/image" Target="../media/image24.png"/><Relationship Id="rId10" Type="http://schemas.openxmlformats.org/officeDocument/2006/relationships/image" Target="../media/image25.png"/><Relationship Id="rId11" Type="http://schemas.openxmlformats.org/officeDocument/2006/relationships/image" Target="../media/image26.png"/><Relationship Id="rId12" Type="http://schemas.openxmlformats.org/officeDocument/2006/relationships/image" Target="../media/image27.png"/><Relationship Id="rId13" Type="http://schemas.openxmlformats.org/officeDocument/2006/relationships/image" Target="../media/image28.png"/></Relationships>
</file>

<file path=ppt/slides/_rels/slide4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29.png"/><Relationship Id="rId6" Type="http://schemas.openxmlformats.org/officeDocument/2006/relationships/image" Target="../media/image30.png"/><Relationship Id="rId7" Type="http://schemas.openxmlformats.org/officeDocument/2006/relationships/image" Target="../media/image31.png"/><Relationship Id="rId8" Type="http://schemas.openxmlformats.org/officeDocument/2006/relationships/image" Target="../media/image32.png"/><Relationship Id="rId9" Type="http://schemas.openxmlformats.org/officeDocument/2006/relationships/image" Target="../media/image33.png"/><Relationship Id="rId10" Type="http://schemas.openxmlformats.org/officeDocument/2006/relationships/image" Target="../media/image34.png"/><Relationship Id="rId11" Type="http://schemas.openxmlformats.org/officeDocument/2006/relationships/image" Target="../media/image35.png"/><Relationship Id="rId12" Type="http://schemas.openxmlformats.org/officeDocument/2006/relationships/image" Target="../media/image36.png"/><Relationship Id="rId13" Type="http://schemas.openxmlformats.org/officeDocument/2006/relationships/image" Target="../media/image37.png"/><Relationship Id="rId14" Type="http://schemas.openxmlformats.org/officeDocument/2006/relationships/image" Target="../media/image38.png"/></Relationships>
</file>

<file path=ppt/slides/_rels/slide5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32.png"/><Relationship Id="rId6" Type="http://schemas.openxmlformats.org/officeDocument/2006/relationships/image" Target="../media/image39.png"/><Relationship Id="rId7" Type="http://schemas.openxmlformats.org/officeDocument/2006/relationships/image" Target="../media/image40.png"/><Relationship Id="rId8" Type="http://schemas.openxmlformats.org/officeDocument/2006/relationships/image" Target="../media/image41.png"/></Relationships>
</file>

<file path=ppt/slides/_rels/slide6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42.png"/><Relationship Id="rId6" Type="http://schemas.openxmlformats.org/officeDocument/2006/relationships/image" Target="../media/image43.png"/><Relationship Id="rId7" Type="http://schemas.openxmlformats.org/officeDocument/2006/relationships/image" Target="../media/image44.png"/><Relationship Id="rId8" Type="http://schemas.openxmlformats.org/officeDocument/2006/relationships/image" Target="../media/image45.png"/><Relationship Id="rId9" Type="http://schemas.openxmlformats.org/officeDocument/2006/relationships/image" Target="../media/image46.png"/><Relationship Id="rId10" Type="http://schemas.openxmlformats.org/officeDocument/2006/relationships/image" Target="../media/image47.png"/><Relationship Id="rId11" Type="http://schemas.openxmlformats.org/officeDocument/2006/relationships/image" Target="../media/image48.png"/><Relationship Id="rId12" Type="http://schemas.openxmlformats.org/officeDocument/2006/relationships/image" Target="../media/image46.png"/><Relationship Id="rId13" Type="http://schemas.openxmlformats.org/officeDocument/2006/relationships/image" Target="../media/image49.png"/><Relationship Id="rId14" Type="http://schemas.openxmlformats.org/officeDocument/2006/relationships/image" Target="../media/image50.png"/><Relationship Id="rId15" Type="http://schemas.openxmlformats.org/officeDocument/2006/relationships/image" Target="../media/image46.png"/><Relationship Id="rId16" Type="http://schemas.openxmlformats.org/officeDocument/2006/relationships/image" Target="../media/image51.png"/><Relationship Id="rId17" Type="http://schemas.openxmlformats.org/officeDocument/2006/relationships/image" Target="../media/image52.png"/><Relationship Id="rId18" Type="http://schemas.openxmlformats.org/officeDocument/2006/relationships/image" Target="../media/image53.png"/><Relationship Id="rId19" Type="http://schemas.openxmlformats.org/officeDocument/2006/relationships/image" Target="../media/image54.png"/></Relationships>
</file>

<file path=ppt/slides/_rels/slide7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8.png"/><Relationship Id="rId4" Type="http://schemas.openxmlformats.org/officeDocument/2006/relationships/image" Target="../media/image55.png"/><Relationship Id="rId5" Type="http://schemas.openxmlformats.org/officeDocument/2006/relationships/image" Target="../media/image56.png"/><Relationship Id="rId6" Type="http://schemas.openxmlformats.org/officeDocument/2006/relationships/image" Target="../media/image57.png"/><Relationship Id="rId7" Type="http://schemas.openxmlformats.org/officeDocument/2006/relationships/image" Target="../media/image58.png"/><Relationship Id="rId8" Type="http://schemas.openxmlformats.org/officeDocument/2006/relationships/image" Target="../media/image59.png"/><Relationship Id="rId9" Type="http://schemas.openxmlformats.org/officeDocument/2006/relationships/image" Target="../media/image60.png"/><Relationship Id="rId10" Type="http://schemas.openxmlformats.org/officeDocument/2006/relationships/image" Target="../media/image61.png"/><Relationship Id="rId11" Type="http://schemas.openxmlformats.org/officeDocument/2006/relationships/image" Target="../media/image62.png"/><Relationship Id="rId12" Type="http://schemas.openxmlformats.org/officeDocument/2006/relationships/image" Target="../media/image63.png"/></Relationships>
</file>

<file path=ppt/slides/_rels/slide8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64.png"/><Relationship Id="rId6" Type="http://schemas.openxmlformats.org/officeDocument/2006/relationships/image" Target="../media/image65.png"/><Relationship Id="rId7" Type="http://schemas.openxmlformats.org/officeDocument/2006/relationships/image" Target="../media/image66.png"/><Relationship Id="rId8" Type="http://schemas.openxmlformats.org/officeDocument/2006/relationships/image" Target="../media/image67.png"/><Relationship Id="rId9" Type="http://schemas.openxmlformats.org/officeDocument/2006/relationships/image" Target="../media/image68.png"/><Relationship Id="rId10" Type="http://schemas.openxmlformats.org/officeDocument/2006/relationships/image" Target="../media/image66.png"/><Relationship Id="rId11" Type="http://schemas.openxmlformats.org/officeDocument/2006/relationships/image" Target="../media/image69.png"/><Relationship Id="rId12" Type="http://schemas.openxmlformats.org/officeDocument/2006/relationships/image" Target="../media/image70.png"/><Relationship Id="rId13" Type="http://schemas.openxmlformats.org/officeDocument/2006/relationships/image" Target="../media/image71.png"/></Relationships>
</file>

<file path=ppt/slides/_rels/slide9.xml.rels><?xml version="1.0" encoding="UTF-8" standalone="yes" ?>
<Relationships xmlns="http://schemas.openxmlformats.org/package/2006/relationships"><Relationship Id="rId1" Type="http://schemas.openxmlformats.org/officeDocument/2006/relationships/slideLayout" Target="../slideLayouts/slideLayout5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8.png"/><Relationship Id="rId4" Type="http://schemas.openxmlformats.org/officeDocument/2006/relationships/image" Target="../media/image9.png"/><Relationship Id="rId5" Type="http://schemas.openxmlformats.org/officeDocument/2006/relationships/image" Target="../media/image72.png"/><Relationship Id="rId6" Type="http://schemas.openxmlformats.org/officeDocument/2006/relationships/image" Target="../media/image73.png"/><Relationship Id="rId7" Type="http://schemas.openxmlformats.org/officeDocument/2006/relationships/image" Target="../media/image74.png"/><Relationship Id="rId8" Type="http://schemas.openxmlformats.org/officeDocument/2006/relationships/image" Target="../media/image75.png"/><Relationship Id="rId9" Type="http://schemas.openxmlformats.org/officeDocument/2006/relationships/image" Target="../media/image76.png"/><Relationship Id="rId10" Type="http://schemas.openxmlformats.org/officeDocument/2006/relationships/image" Target="../media/image77.png"/><Relationship Id="rId11" Type="http://schemas.openxmlformats.org/officeDocument/2006/relationships/image" Target="../media/image78.png"/><Relationship Id="rId12" Type="http://schemas.openxmlformats.org/officeDocument/2006/relationships/image" Target="../media/image79.png"/></Relationships>
</file>

<file path=ppt/slides/slide1.xml><?xml version="1.0" encoding="utf-8"?>
<p:sld xmlns:p="http://schemas.openxmlformats.org/presentationml/2006/main" xmlns:r="http://schemas.openxmlformats.org/officeDocument/2006/relationships" xmlns:a="http://schemas.openxmlformats.org/drawingml/2006/main">
  <p:cSld name="Slide 1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AAAAAAAAAAAASwAAMCoAABAAAAA="/>
              </a:ext>
            </a:extLst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3" name="Image 1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WAIAAFgCAAAIBwAACAcAABAAAAA="/>
              </a:ext>
            </a:extLst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381000" y="381000"/>
            <a:ext cx="762000" cy="7620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4" name="Image 2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KEEAAAAeAACoSAAAgCUAABAAAAA="/>
              </a:ext>
            </a:extLst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10591800" y="4876800"/>
            <a:ext cx="1219200" cy="12192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5" name="Image 3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kEIAABAOAABQRgAA0BEAABAAAAA="/>
              </a:ext>
            </a:extLst>
          </p:cNvPicPr>
          <p:nvPr/>
        </p:nvPicPr>
        <p:blipFill>
          <a:blip xmlns:r="http://schemas.openxmlformats.org/officeDocument/2006/relationships" r:embed="rId6"/>
          <a:stretch>
            <a:fillRect/>
          </a:stretch>
        </p:blipFill>
        <p:spPr>
          <a:xfrm>
            <a:off x="10820400" y="2286000"/>
            <a:ext cx="609600" cy="6096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6" name="Image 4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2RcAAEoQAAAmMwAAChQAABAAAAA="/>
              </a:ext>
            </a:extLst>
          </p:cNvPicPr>
          <p:nvPr/>
        </p:nvPicPr>
        <p:blipFill>
          <a:blip xmlns:r="http://schemas.openxmlformats.org/officeDocument/2006/relationships" r:embed="rId7"/>
          <a:stretch>
            <a:fillRect/>
          </a:stretch>
        </p:blipFill>
        <p:spPr>
          <a:xfrm>
            <a:off x="3876675" y="2647950"/>
            <a:ext cx="4438015" cy="6096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7" name="Image 5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wCEAANoWAABAKQAAFhcAABAAAAA="/>
              </a:ext>
            </a:extLst>
          </p:cNvPicPr>
          <p:nvPr/>
        </p:nvPicPr>
        <p:blipFill>
          <a:blip xmlns:r="http://schemas.openxmlformats.org/officeDocument/2006/relationships" r:embed="rId8"/>
          <a:stretch>
            <a:fillRect/>
          </a:stretch>
        </p:blipFill>
        <p:spPr>
          <a:xfrm>
            <a:off x="5486400" y="3714750"/>
            <a:ext cx="1219200" cy="381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8" name="Image 6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AAAAANYpAAAASwAAMCoAABAAAAA="/>
              </a:ext>
            </a:extLst>
          </p:cNvPicPr>
          <p:nvPr/>
        </p:nvPicPr>
        <p:blipFill>
          <a:blip xmlns:r="http://schemas.openxmlformats.org/officeDocument/2006/relationships" r:embed="rId9"/>
          <a:stretch>
            <a:fillRect/>
          </a:stretch>
        </p:blipFill>
        <p:spPr>
          <a:xfrm>
            <a:off x="0" y="6800850"/>
            <a:ext cx="12192000" cy="5715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sp>
        <p:nvSpPr>
          <p:cNvPr id="9" name="Text 0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DQBwAAXgsAADBDAADiDgAAEAAAAA=="/>
              </a:ext>
            </a:extLst>
          </p:cNvSpPr>
          <p:nvPr/>
        </p:nvSpPr>
        <p:spPr>
          <a:xfrm>
            <a:off x="1270000" y="1847850"/>
            <a:ext cx="9652000" cy="5715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 algn="ctr">
              <a:lnSpc>
                <a:spcPts val="4500"/>
              </a:lnSpc>
              <a:buNone/>
              <a:defRPr lang="en-us"/>
            </a:pPr>
            <a:r>
              <a:rPr lang="en-us" sz="4500" b="1" spc="30">
                <a:solidFill>
                  <a:srgbClr val="FFFFFF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역행자 확장판 1~3장 독후감</a:t>
            </a:r>
            <a:endParaRPr lang="en-us" sz="4500"/>
          </a:p>
        </p:txBody>
      </p:sp>
      <p:sp>
        <p:nvSpPr>
          <p:cNvPr id="10" name="Text 1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BfFwAAOhEAAKEzAAAaEwAAEAAAAA=="/>
              </a:ext>
            </a:extLst>
          </p:cNvSpPr>
          <p:nvPr/>
        </p:nvSpPr>
        <p:spPr>
          <a:xfrm>
            <a:off x="3799205" y="2800350"/>
            <a:ext cx="4593590" cy="3048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 algn="ctr">
              <a:lnSpc>
                <a:spcPts val="2400"/>
              </a:lnSpc>
              <a:buNone/>
              <a:defRPr lang="en-us"/>
            </a:pPr>
            <a:r>
              <a:rPr lang="en-us" spc="6">
                <a:solidFill>
                  <a:srgbClr val="FFFFFF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나의 관념과 정체성이 깨지는 순간들</a:t>
            </a:r>
          </a:p>
        </p:txBody>
      </p:sp>
      <p:sp>
        <p:nvSpPr>
          <p:cNvPr id="11" name="Text 2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DDDAAA1hoAAD0+AAB6HAAAEAAAAA=="/>
              </a:ext>
            </a:extLst>
          </p:cNvSpPr>
          <p:nvPr/>
        </p:nvSpPr>
        <p:spPr>
          <a:xfrm>
            <a:off x="2074545" y="4362450"/>
            <a:ext cx="8042910" cy="2667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 algn="ctr">
              <a:lnSpc>
                <a:spcPts val="2100"/>
              </a:lnSpc>
              <a:buNone/>
              <a:defRPr lang="en-us"/>
            </a:pPr>
            <a:r>
              <a:rPr lang="en-us" sz="1500" spc="11">
                <a:solidFill>
                  <a:srgbClr val="D1D5DB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PRESENTED BY</a:t>
            </a:r>
            <a:endParaRPr lang="en-us" sz="1500"/>
          </a:p>
        </p:txBody>
      </p:sp>
      <p:sp>
        <p:nvSpPr>
          <p:cNvPr id="12" name="Text 3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N3hub0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DDDAAA8hwAAD0+AADSHgAAAAAAAA=="/>
              </a:ext>
            </a:extLst>
          </p:cNvSpPr>
          <p:nvPr/>
        </p:nvSpPr>
        <p:spPr>
          <a:xfrm>
            <a:off x="2074545" y="4705350"/>
            <a:ext cx="8042910" cy="3048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 algn="ctr">
              <a:lnSpc>
                <a:spcPts val="2400"/>
              </a:lnSpc>
              <a:buNone/>
              <a:defRPr lang="en-us"/>
            </a:pPr>
            <a:r>
              <a:rPr lang="en-us">
                <a:solidFill>
                  <a:srgbClr val="FFFFFF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2022213888 정민승</a:t>
            </a:r>
            <a:endParaRPr lang="en-us">
              <a:solidFill>
                <a:srgbClr val="FFFFFF"/>
              </a:solidFill>
              <a:latin typeface="ui-sans-serif" pitchFamily="0" charset="0"/>
              <a:ea typeface="ui-sans-serif" pitchFamily="0" charset="0"/>
              <a:cs typeface="ui-sans-serif" pitchFamily="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p="http://schemas.openxmlformats.org/presentationml/2006/main" xmlns:r="http://schemas.openxmlformats.org/officeDocument/2006/relationships" xmlns:a="http://schemas.openxmlformats.org/drawingml/2006/main">
  <p:cSld name="Slide 3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AAAAAAAAAAAASwAAMCoAABAAAAA="/>
              </a:ext>
            </a:extLst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3" name="Image 1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0AIAANwFAABwCAAAGAYAABAAAAA="/>
              </a:ext>
            </a:extLst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457200" y="952500"/>
            <a:ext cx="914400" cy="381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4" name="Image 2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0AIAAHAIAACwGAAAnBgAABAAAAA="/>
              </a:ext>
            </a:extLst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457200" y="1371600"/>
            <a:ext cx="3556000" cy="26289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5" name="Image 3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+////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/gsAAFAKAACCDwAA1A0AABAAAAA="/>
              </a:ext>
            </a:extLst>
          </p:cNvPicPr>
          <p:nvPr/>
        </p:nvPicPr>
        <p:blipFill>
          <a:blip xmlns:r="http://schemas.openxmlformats.org/officeDocument/2006/relationships" r:embed="rId6"/>
          <a:stretch>
            <a:fillRect/>
          </a:stretch>
        </p:blipFill>
        <p:spPr>
          <a:xfrm>
            <a:off x="1949450" y="1676400"/>
            <a:ext cx="571500" cy="5715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6" name="Image 4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+////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/QwAAAQLAACDDgAAIA0AABAAAAA="/>
              </a:ext>
            </a:extLst>
          </p:cNvPicPr>
          <p:nvPr/>
        </p:nvPicPr>
        <p:blipFill>
          <a:blip xmlns:r="http://schemas.openxmlformats.org/officeDocument/2006/relationships" r:embed="rId7"/>
          <a:stretch>
            <a:fillRect/>
          </a:stretch>
        </p:blipFill>
        <p:spPr>
          <a:xfrm>
            <a:off x="2111375" y="1790700"/>
            <a:ext cx="247650" cy="3429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7" name="Image 5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+////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uQcAAN8RAABtCAAAzxIAABAAAAA="/>
              </a:ext>
            </a:extLst>
          </p:cNvPicPr>
          <p:nvPr/>
        </p:nvPicPr>
        <p:blipFill>
          <a:blip xmlns:r="http://schemas.openxmlformats.org/officeDocument/2006/relationships" r:embed="rId8"/>
          <a:stretch>
            <a:fillRect/>
          </a:stretch>
        </p:blipFill>
        <p:spPr>
          <a:xfrm>
            <a:off x="1255395" y="2905125"/>
            <a:ext cx="114300" cy="1524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8" name="Image 6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9////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uQcAAL8TAABtCAAArxQAABAAAAA="/>
              </a:ext>
            </a:extLst>
          </p:cNvPicPr>
          <p:nvPr/>
        </p:nvPicPr>
        <p:blipFill>
          <a:blip xmlns:r="http://schemas.openxmlformats.org/officeDocument/2006/relationships" r:embed="rId9"/>
          <a:stretch>
            <a:fillRect/>
          </a:stretch>
        </p:blipFill>
        <p:spPr>
          <a:xfrm>
            <a:off x="1255395" y="3209925"/>
            <a:ext cx="114300" cy="1524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9" name="Image 7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CAAAA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uQcAAJ8VAABtCAAAjxYAABAAAAA="/>
              </a:ext>
            </a:extLst>
          </p:cNvPicPr>
          <p:nvPr/>
        </p:nvPicPr>
        <p:blipFill>
          <a:blip xmlns:r="http://schemas.openxmlformats.org/officeDocument/2006/relationships" r:embed="rId10"/>
          <a:stretch>
            <a:fillRect/>
          </a:stretch>
        </p:blipFill>
        <p:spPr>
          <a:xfrm>
            <a:off x="1255395" y="3514725"/>
            <a:ext cx="114300" cy="1524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10" name="Image 8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9////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kBoAAHAIAABwMAAAnBgAABAAAAA="/>
              </a:ext>
            </a:extLst>
          </p:cNvPicPr>
          <p:nvPr/>
        </p:nvPicPr>
        <p:blipFill>
          <a:blip xmlns:r="http://schemas.openxmlformats.org/officeDocument/2006/relationships" r:embed="rId11"/>
          <a:stretch>
            <a:fillRect/>
          </a:stretch>
        </p:blipFill>
        <p:spPr>
          <a:xfrm>
            <a:off x="4318000" y="1371600"/>
            <a:ext cx="3556000" cy="26289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11" name="Image 9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7////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viMAAFAKAABCJwAA1A0AABAAAAA="/>
              </a:ext>
            </a:extLst>
          </p:cNvPicPr>
          <p:nvPr/>
        </p:nvPicPr>
        <p:blipFill>
          <a:blip xmlns:r="http://schemas.openxmlformats.org/officeDocument/2006/relationships" r:embed="rId12"/>
          <a:stretch>
            <a:fillRect/>
          </a:stretch>
        </p:blipFill>
        <p:spPr>
          <a:xfrm>
            <a:off x="5810250" y="1676400"/>
            <a:ext cx="571500" cy="5715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12" name="Image 10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4////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nyQAAAQLAABhJgAAIA0AABAAAAA="/>
              </a:ext>
            </a:extLst>
          </p:cNvPicPr>
          <p:nvPr/>
        </p:nvPicPr>
        <p:blipFill>
          <a:blip xmlns:r="http://schemas.openxmlformats.org/officeDocument/2006/relationships" r:embed="rId13"/>
          <a:stretch>
            <a:fillRect/>
          </a:stretch>
        </p:blipFill>
        <p:spPr>
          <a:xfrm>
            <a:off x="5953125" y="1790700"/>
            <a:ext cx="285750" cy="3429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13" name="Image 11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7////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UDIAAHAIAAAwSAAAnBgAABAAAAA="/>
              </a:ext>
            </a:extLst>
          </p:cNvPicPr>
          <p:nvPr/>
        </p:nvPicPr>
        <p:blipFill>
          <a:blip xmlns:r="http://schemas.openxmlformats.org/officeDocument/2006/relationships" r:embed="rId14"/>
          <a:stretch>
            <a:fillRect/>
          </a:stretch>
        </p:blipFill>
        <p:spPr>
          <a:xfrm>
            <a:off x="8178800" y="1371600"/>
            <a:ext cx="3556000" cy="26289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14" name="Image 12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+////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fjsAAFAKAAACPwAA1A0AABAAAAA="/>
              </a:ext>
            </a:extLst>
          </p:cNvPicPr>
          <p:nvPr/>
        </p:nvPicPr>
        <p:blipFill>
          <a:blip xmlns:r="http://schemas.openxmlformats.org/officeDocument/2006/relationships" r:embed="rId15"/>
          <a:stretch>
            <a:fillRect/>
          </a:stretch>
        </p:blipFill>
        <p:spPr>
          <a:xfrm>
            <a:off x="9671050" y="1676400"/>
            <a:ext cx="571500" cy="5715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15" name="Image 13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8////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QTwAAAQLAAA/PgAAIA0AABAAAAA="/>
              </a:ext>
            </a:extLst>
          </p:cNvPicPr>
          <p:nvPr/>
        </p:nvPicPr>
        <p:blipFill>
          <a:blip xmlns:r="http://schemas.openxmlformats.org/officeDocument/2006/relationships" r:embed="rId16"/>
          <a:stretch>
            <a:fillRect/>
          </a:stretch>
        </p:blipFill>
        <p:spPr>
          <a:xfrm>
            <a:off x="9794875" y="1790700"/>
            <a:ext cx="323850" cy="3429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sp>
        <p:nvSpPr>
          <p:cNvPr id="16" name="Text 0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BmirNw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DQAgAA0AIAADBIAAAoBQAAEAAAAA=="/>
              </a:ext>
            </a:extLst>
          </p:cNvSpPr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>
              <a:lnSpc>
                <a:spcPts val="3000"/>
              </a:lnSpc>
              <a:buNone/>
              <a:defRPr lang="en-us"/>
            </a:pPr>
            <a:r>
              <a:rPr lang="en-us" sz="2700" b="1">
                <a:solidFill>
                  <a:srgbClr val="FFFFFF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1장 핵심 메시지</a:t>
            </a:r>
            <a:endParaRPr lang="en-us" sz="2700"/>
          </a:p>
        </p:txBody>
      </p:sp>
      <p:sp>
        <p:nvSpPr>
          <p:cNvPr id="17" name="Text 1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CkLygs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AEBQAAxA4AAHwWAACkEAAAEAAAAA=="/>
              </a:ext>
            </a:extLst>
          </p:cNvSpPr>
          <p:nvPr/>
        </p:nvSpPr>
        <p:spPr>
          <a:xfrm>
            <a:off x="815340" y="2400300"/>
            <a:ext cx="2839720" cy="3048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 algn="ctr">
              <a:lnSpc>
                <a:spcPts val="2400"/>
              </a:lnSpc>
              <a:buNone/>
              <a:defRPr lang="en-us"/>
            </a:pPr>
            <a:r>
              <a:rPr lang="en-us" b="1">
                <a:solidFill>
                  <a:srgbClr val="FFFFFF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저자가 겪은 '3개의 벽'</a:t>
            </a:r>
          </a:p>
        </p:txBody>
      </p:sp>
      <p:sp>
        <p:nvSpPr>
          <p:cNvPr id="18" name="Text 2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JmM0As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C5BwAAlBEAAJgXAAD8EgAAEAAAAA=="/>
              </a:ext>
            </a:extLst>
          </p:cNvSpPr>
          <p:nvPr/>
        </p:nvSpPr>
        <p:spPr>
          <a:xfrm>
            <a:off x="1255395" y="2857500"/>
            <a:ext cx="2580005" cy="2286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342900" indent="-342900" algn="l">
              <a:lnSpc>
                <a:spcPts val="1800"/>
              </a:lnSpc>
              <a:buSzTx/>
              <a:buChar char="•"/>
              <a:defRPr lang="en-us"/>
            </a:pPr>
            <a:r>
              <a:rPr lang="en-us" sz="1200">
                <a:solidFill>
                  <a:srgbClr val="D1D5DB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첫 번째 벽: 의식적인 변화</a:t>
            </a:r>
            <a:endParaRPr lang="en-us" sz="1200"/>
          </a:p>
        </p:txBody>
      </p:sp>
      <p:sp>
        <p:nvSpPr>
          <p:cNvPr id="19" name="Text 3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b///8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C5BwAAdBMAAJgXAADcFAAAEAAAAA=="/>
              </a:ext>
            </a:extLst>
          </p:cNvSpPr>
          <p:nvPr/>
        </p:nvSpPr>
        <p:spPr>
          <a:xfrm>
            <a:off x="1255395" y="3162300"/>
            <a:ext cx="2580005" cy="2286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342900" indent="-342900" algn="l">
              <a:lnSpc>
                <a:spcPts val="1800"/>
              </a:lnSpc>
              <a:buSzTx/>
              <a:buChar char="•"/>
              <a:defRPr lang="en-us"/>
            </a:pPr>
            <a:r>
              <a:rPr lang="en-us" sz="1200">
                <a:solidFill>
                  <a:srgbClr val="D1D5DB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두 번째 벽: 습관 형성</a:t>
            </a:r>
            <a:endParaRPr lang="en-us" sz="1200"/>
          </a:p>
        </p:txBody>
      </p:sp>
      <p:sp>
        <p:nvSpPr>
          <p:cNvPr id="20" name="Text 4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v///8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C5BwAAVBUAAJgXAAC8FgAAEAAAAA=="/>
              </a:ext>
            </a:extLst>
          </p:cNvSpPr>
          <p:nvPr/>
        </p:nvSpPr>
        <p:spPr>
          <a:xfrm>
            <a:off x="1255395" y="3467100"/>
            <a:ext cx="2580005" cy="2286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342900" indent="-342900" algn="l">
              <a:lnSpc>
                <a:spcPts val="1800"/>
              </a:lnSpc>
              <a:buSzTx/>
              <a:buChar char="•"/>
              <a:defRPr lang="en-us"/>
            </a:pPr>
            <a:r>
              <a:rPr lang="en-us" sz="1200">
                <a:solidFill>
                  <a:srgbClr val="D1D5DB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세 번째 벽: 정체성 전환</a:t>
            </a:r>
            <a:endParaRPr lang="en-us" sz="1200"/>
          </a:p>
        </p:txBody>
      </p:sp>
      <p:sp>
        <p:nvSpPr>
          <p:cNvPr id="21" name="Text 5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j///8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DAGgAAxA4AAEAwAACkEAAAEAAAAA=="/>
              </a:ext>
            </a:extLst>
          </p:cNvSpPr>
          <p:nvPr/>
        </p:nvSpPr>
        <p:spPr>
          <a:xfrm>
            <a:off x="4348480" y="2400300"/>
            <a:ext cx="3495040" cy="3048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 algn="ctr">
              <a:lnSpc>
                <a:spcPts val="2400"/>
              </a:lnSpc>
              <a:buNone/>
              <a:defRPr lang="en-us"/>
            </a:pPr>
            <a:r>
              <a:rPr lang="en-us" b="1">
                <a:solidFill>
                  <a:srgbClr val="FFFFFF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하루 2시간의 변화가 시작점</a:t>
            </a:r>
          </a:p>
        </p:txBody>
      </p:sp>
      <p:sp>
        <p:nvSpPr>
          <p:cNvPr id="22" name="Text 6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UAAAA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DdGgAAlBEAACMwAAD8EgAAEAAAAA=="/>
              </a:ext>
            </a:extLst>
          </p:cNvSpPr>
          <p:nvPr/>
        </p:nvSpPr>
        <p:spPr>
          <a:xfrm>
            <a:off x="4366895" y="2857500"/>
            <a:ext cx="3458210" cy="2286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 algn="ctr">
              <a:lnSpc>
                <a:spcPts val="1800"/>
              </a:lnSpc>
              <a:buNone/>
              <a:defRPr lang="en-us"/>
            </a:pPr>
            <a:r>
              <a:rPr lang="en-us" sz="1200">
                <a:solidFill>
                  <a:srgbClr val="D1D5DB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매일 2시간이라도 정기적으로 투자한다면,</a:t>
            </a:r>
            <a:endParaRPr lang="en-us" sz="1200"/>
          </a:p>
        </p:txBody>
      </p:sp>
      <p:sp>
        <p:nvSpPr>
          <p:cNvPr id="23" name="Text 7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v///8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BwHAAA7BMAAJAuAAC8FgAAEAAAAA=="/>
              </a:ext>
            </a:extLst>
          </p:cNvSpPr>
          <p:nvPr/>
        </p:nvSpPr>
        <p:spPr>
          <a:xfrm>
            <a:off x="4622800" y="3238500"/>
            <a:ext cx="2946400" cy="4572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 algn="ctr">
              <a:lnSpc>
                <a:spcPts val="1800"/>
              </a:lnSpc>
              <a:buNone/>
              <a:defRPr lang="en-us"/>
            </a:pPr>
            <a:r>
              <a:rPr lang="en-us" sz="1200">
                <a:solidFill>
                  <a:srgbClr val="D1D5DB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작은 변화라도 꾸준히 쌓여 큰 결과를 낳는다.</a:t>
            </a:r>
            <a:endParaRPr lang="en-us" sz="1200"/>
          </a:p>
        </p:txBody>
      </p:sp>
      <p:sp>
        <p:nvSpPr>
          <p:cNvPr id="24" name="Text 8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j///8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BYMwAAxA4AACdHAACkEAAAEAAAAA=="/>
              </a:ext>
            </a:extLst>
          </p:cNvSpPr>
          <p:nvPr/>
        </p:nvSpPr>
        <p:spPr>
          <a:xfrm>
            <a:off x="8346440" y="2400300"/>
            <a:ext cx="3220085" cy="3048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 algn="ctr">
              <a:lnSpc>
                <a:spcPts val="2400"/>
              </a:lnSpc>
              <a:buNone/>
              <a:defRPr lang="en-us"/>
            </a:pPr>
            <a:r>
              <a:rPr lang="en-us" b="1">
                <a:solidFill>
                  <a:srgbClr val="FFFFFF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"그릇만큼의 돈을 모은다"</a:t>
            </a:r>
          </a:p>
        </p:txBody>
      </p:sp>
      <p:sp>
        <p:nvSpPr>
          <p:cNvPr id="25" name="Text 9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L///8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AZNAAAlBEAAGdGAAD8EgAAEAAAAA=="/>
              </a:ext>
            </a:extLst>
          </p:cNvSpPr>
          <p:nvPr/>
        </p:nvSpPr>
        <p:spPr>
          <a:xfrm>
            <a:off x="8468995" y="2857500"/>
            <a:ext cx="2975610" cy="2286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 algn="ctr">
              <a:lnSpc>
                <a:spcPts val="1800"/>
              </a:lnSpc>
              <a:buNone/>
              <a:defRPr lang="en-us"/>
            </a:pPr>
            <a:r>
              <a:rPr lang="en-us" sz="1200">
                <a:solidFill>
                  <a:srgbClr val="D1D5DB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개인의 욕구와 한계를 존중하는 접근</a:t>
            </a:r>
            <a:endParaRPr lang="en-us" sz="1200"/>
          </a:p>
        </p:txBody>
      </p:sp>
      <p:sp>
        <p:nvSpPr>
          <p:cNvPr id="26" name="Text 10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P///8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AwNAAAdBMAAFBGAABEFgAAEAAAAA=="/>
              </a:ext>
            </a:extLst>
          </p:cNvSpPr>
          <p:nvPr/>
        </p:nvSpPr>
        <p:spPr>
          <a:xfrm>
            <a:off x="8483600" y="3162300"/>
            <a:ext cx="2946400" cy="4572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 algn="ctr">
              <a:lnSpc>
                <a:spcPts val="1800"/>
              </a:lnSpc>
              <a:buNone/>
              <a:defRPr lang="en-us"/>
            </a:pPr>
            <a:r>
              <a:rPr lang="en-us" sz="1200">
                <a:solidFill>
                  <a:srgbClr val="D1D5DB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작은 단위에서부터 시작하여 점진적으로 확장</a:t>
            </a:r>
            <a:endParaRPr lang="en-us" sz="1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p="http://schemas.openxmlformats.org/presentationml/2006/main" xmlns:r="http://schemas.openxmlformats.org/officeDocument/2006/relationships" xmlns:a="http://schemas.openxmlformats.org/drawingml/2006/main">
  <p:cSld name="Slide 4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8////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AAAAAAAAAAAASwAAMCoAABAAAAA="/>
              </a:ext>
            </a:extLst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3" name="Image 1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+////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0AIAANwFAABwCAAAGAYAABAAAAA="/>
              </a:ext>
            </a:extLst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457200" y="952500"/>
            <a:ext cx="914400" cy="381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4" name="Image 2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9////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0AIAAAAPAACwGAAATB0AABAAAAA="/>
              </a:ext>
            </a:extLst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457200" y="2438400"/>
            <a:ext cx="3556000" cy="23241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5" name="Image 3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+////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OAQAAGgQAABYBwAA7BMAABAAAAA="/>
              </a:ext>
            </a:extLst>
          </p:cNvPicPr>
          <p:nvPr/>
        </p:nvPicPr>
        <p:blipFill>
          <a:blip xmlns:r="http://schemas.openxmlformats.org/officeDocument/2006/relationships" r:embed="rId6"/>
          <a:stretch>
            <a:fillRect/>
          </a:stretch>
        </p:blipFill>
        <p:spPr>
          <a:xfrm>
            <a:off x="685800" y="2667000"/>
            <a:ext cx="508000" cy="5715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6" name="Image 4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+////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FAUAADoRAAB8BgAAGhMAABAAAAA="/>
              </a:ext>
            </a:extLst>
          </p:cNvPicPr>
          <p:nvPr/>
        </p:nvPicPr>
        <p:blipFill>
          <a:blip xmlns:r="http://schemas.openxmlformats.org/officeDocument/2006/relationships" r:embed="rId7"/>
          <a:stretch>
            <a:fillRect/>
          </a:stretch>
        </p:blipFill>
        <p:spPr>
          <a:xfrm>
            <a:off x="825500" y="2800350"/>
            <a:ext cx="228600" cy="3048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7" name="Image 5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BLd8+8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kBoAAAAPAABwMAAATB0AABAAAAA="/>
              </a:ext>
            </a:extLst>
          </p:cNvPicPr>
          <p:nvPr/>
        </p:nvPicPr>
        <p:blipFill>
          <a:blip xmlns:r="http://schemas.openxmlformats.org/officeDocument/2006/relationships" r:embed="rId8"/>
          <a:stretch>
            <a:fillRect/>
          </a:stretch>
        </p:blipFill>
        <p:spPr>
          <a:xfrm>
            <a:off x="4318000" y="2438400"/>
            <a:ext cx="3556000" cy="23241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8" name="Image 6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lGRFj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+BsAAGgQAABcHwAA7BMAABAAAAA="/>
              </a:ext>
            </a:extLst>
          </p:cNvPicPr>
          <p:nvPr/>
        </p:nvPicPr>
        <p:blipFill>
          <a:blip xmlns:r="http://schemas.openxmlformats.org/officeDocument/2006/relationships" r:embed="rId9"/>
          <a:stretch>
            <a:fillRect/>
          </a:stretch>
        </p:blipFill>
        <p:spPr>
          <a:xfrm>
            <a:off x="4546600" y="2667000"/>
            <a:ext cx="551180" cy="5715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9" name="Image 7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BitLUa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9hwAADoRAABeHgAAGhMAABAAAAA="/>
              </a:ext>
            </a:extLst>
          </p:cNvPicPr>
          <p:nvPr/>
        </p:nvPicPr>
        <p:blipFill>
          <a:blip xmlns:r="http://schemas.openxmlformats.org/officeDocument/2006/relationships" r:embed="rId10"/>
          <a:stretch>
            <a:fillRect/>
          </a:stretch>
        </p:blipFill>
        <p:spPr>
          <a:xfrm>
            <a:off x="4707890" y="2800350"/>
            <a:ext cx="228600" cy="3048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10" name="Image 8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C8ygAA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UDIAAAAPAAAwSAAATB0AABAAAAA="/>
              </a:ext>
            </a:extLst>
          </p:cNvPicPr>
          <p:nvPr/>
        </p:nvPicPr>
        <p:blipFill>
          <a:blip xmlns:r="http://schemas.openxmlformats.org/officeDocument/2006/relationships" r:embed="rId11"/>
          <a:stretch>
            <a:fillRect/>
          </a:stretch>
        </p:blipFill>
        <p:spPr>
          <a:xfrm>
            <a:off x="8178800" y="2438400"/>
            <a:ext cx="3556000" cy="23241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11" name="Image 9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oLjXT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uDMAAGgQAAA8NwAA7BMAABAAAAA="/>
              </a:ext>
            </a:extLst>
          </p:cNvPicPr>
          <p:nvPr/>
        </p:nvPicPr>
        <p:blipFill>
          <a:blip xmlns:r="http://schemas.openxmlformats.org/officeDocument/2006/relationships" r:embed="rId12"/>
          <a:stretch>
            <a:fillRect/>
          </a:stretch>
        </p:blipFill>
        <p:spPr>
          <a:xfrm>
            <a:off x="8407400" y="2667000"/>
            <a:ext cx="571500" cy="5715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12" name="Image 10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CAAAA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xjQAADoRAAAuNgAAGhMAABAAAAA="/>
              </a:ext>
            </a:extLst>
          </p:cNvPicPr>
          <p:nvPr/>
        </p:nvPicPr>
        <p:blipFill>
          <a:blip xmlns:r="http://schemas.openxmlformats.org/officeDocument/2006/relationships" r:embed="rId13"/>
          <a:stretch>
            <a:fillRect/>
          </a:stretch>
        </p:blipFill>
        <p:spPr>
          <a:xfrm>
            <a:off x="8578850" y="2800350"/>
            <a:ext cx="228600" cy="3048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sp>
        <p:nvSpPr>
          <p:cNvPr id="13" name="Text 0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r///8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DQAgAA0AIAADBIAAAoBQAAEAAAAA=="/>
              </a:ext>
            </a:extLst>
          </p:cNvSpPr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>
              <a:lnSpc>
                <a:spcPts val="3000"/>
              </a:lnSpc>
              <a:buNone/>
              <a:defRPr lang="en-us"/>
            </a:pPr>
            <a:r>
              <a:rPr lang="en-us" sz="2700" b="1">
                <a:solidFill>
                  <a:srgbClr val="FFFFFF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1장에서의 나의 느낀 점</a:t>
            </a:r>
            <a:endParaRPr lang="en-us" sz="2700"/>
          </a:p>
        </p:txBody>
      </p:sp>
      <p:sp>
        <p:nvSpPr>
          <p:cNvPr id="14" name="Text 1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v///8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BICAAAhhAAAEgXAADOEwAAEAAAAA=="/>
              </a:ext>
            </a:extLst>
          </p:cNvSpPr>
          <p:nvPr/>
        </p:nvSpPr>
        <p:spPr>
          <a:xfrm>
            <a:off x="1346200" y="2686050"/>
            <a:ext cx="2438400" cy="5334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>
              <a:lnSpc>
                <a:spcPts val="2100"/>
              </a:lnSpc>
              <a:buNone/>
              <a:defRPr lang="en-us"/>
            </a:pPr>
            <a:r>
              <a:rPr lang="en-us" sz="1500" b="1">
                <a:solidFill>
                  <a:srgbClr val="FFFFFF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작은 습관조차 지키지 못한 순간</a:t>
            </a:r>
            <a:endParaRPr lang="en-us" sz="1500"/>
          </a:p>
        </p:txBody>
      </p:sp>
      <p:sp>
        <p:nvSpPr>
          <p:cNvPr id="15" name="Text 2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v///8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A4BAAA3BQAAEgXAAAUGQAAEAAAAA=="/>
              </a:ext>
            </a:extLst>
          </p:cNvSpPr>
          <p:nvPr/>
        </p:nvSpPr>
        <p:spPr>
          <a:xfrm>
            <a:off x="685800" y="3390900"/>
            <a:ext cx="3098800" cy="6858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>
              <a:lnSpc>
                <a:spcPts val="1800"/>
              </a:lnSpc>
              <a:buNone/>
              <a:defRPr lang="en-us"/>
            </a:pPr>
            <a:r>
              <a:rPr lang="en-us" sz="1200">
                <a:solidFill>
                  <a:srgbClr val="D1D5DB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자신의 작은 목표조차 지키지 못했다는 것을 깨달았습니다. 이 실패를 통해 습관의 중요성을 재대로 이해하게 되었습니다.</a:t>
            </a:r>
            <a:endParaRPr lang="en-us" sz="1200"/>
          </a:p>
        </p:txBody>
      </p:sp>
      <p:sp>
        <p:nvSpPr>
          <p:cNvPr id="16" name="Text 3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b///8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BMIAAAhhAAAAgvAADOEwAAEAAAAA=="/>
              </a:ext>
            </a:extLst>
          </p:cNvSpPr>
          <p:nvPr/>
        </p:nvSpPr>
        <p:spPr>
          <a:xfrm>
            <a:off x="5250180" y="2686050"/>
            <a:ext cx="2395220" cy="5334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>
              <a:lnSpc>
                <a:spcPts val="2100"/>
              </a:lnSpc>
              <a:buNone/>
              <a:defRPr lang="en-us"/>
            </a:pPr>
            <a:r>
              <a:rPr lang="en-us" sz="1500" b="1">
                <a:solidFill>
                  <a:srgbClr val="FFFFFF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반복된 행동에서 시작된 변화</a:t>
            </a:r>
            <a:endParaRPr lang="en-us" sz="1500"/>
          </a:p>
        </p:txBody>
      </p:sp>
      <p:sp>
        <p:nvSpPr>
          <p:cNvPr id="17" name="Text 4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j///8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D4GwAA3BQAAAgvAADkGwAAEAAAAA=="/>
              </a:ext>
            </a:extLst>
          </p:cNvSpPr>
          <p:nvPr/>
        </p:nvSpPr>
        <p:spPr>
          <a:xfrm>
            <a:off x="4546600" y="3390900"/>
            <a:ext cx="3098800" cy="11430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>
              <a:lnSpc>
                <a:spcPts val="1800"/>
              </a:lnSpc>
              <a:buNone/>
              <a:defRPr lang="en-us"/>
            </a:pPr>
            <a:r>
              <a:rPr lang="en-us" sz="1200" i="1">
                <a:solidFill>
                  <a:srgbClr val="D1D5DB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변화는 거대한 결심이 아니라 반복된 행동에서 시작된다는 것을 깨달았습니다. 하루 2시간이라는 작은 시간을 매일 반복하는 것이 결과적으로 큰 변화를 가져올 수 있다는 점이 인상 깊었습니다.</a:t>
            </a:r>
            <a:endParaRPr lang="en-us" sz="1200" i="1">
              <a:solidFill>
                <a:srgbClr val="D1D5DB"/>
              </a:solidFill>
              <a:latin typeface="ui-sans-serif" pitchFamily="0" charset="0"/>
              <a:ea typeface="ui-sans-serif" pitchFamily="0" charset="0"/>
              <a:cs typeface="ui-sans-serif" pitchFamily="0" charset="0"/>
            </a:endParaRPr>
          </a:p>
        </p:txBody>
      </p:sp>
      <p:sp>
        <p:nvSpPr>
          <p:cNvPr id="18" name="Text 5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f///8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AsOAAAWBEAAExGAAD8EgAAEAAAAA=="/>
              </a:ext>
            </a:extLst>
          </p:cNvSpPr>
          <p:nvPr/>
        </p:nvSpPr>
        <p:spPr>
          <a:xfrm>
            <a:off x="9131300" y="2819400"/>
            <a:ext cx="2296160" cy="2667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>
              <a:lnSpc>
                <a:spcPts val="2100"/>
              </a:lnSpc>
              <a:buNone/>
              <a:defRPr lang="en-us"/>
            </a:pPr>
            <a:r>
              <a:rPr lang="en-us" sz="1500" b="1">
                <a:solidFill>
                  <a:srgbClr val="FFFFFF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현재의 나를 만든 그릇</a:t>
            </a:r>
            <a:endParaRPr lang="en-us" sz="1500"/>
          </a:p>
        </p:txBody>
      </p:sp>
      <p:sp>
        <p:nvSpPr>
          <p:cNvPr id="19" name="Text 6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WAOxo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C4MwAA3BQAAMhGAAAUGQAAEAAAAA=="/>
              </a:ext>
            </a:extLst>
          </p:cNvSpPr>
          <p:nvPr/>
        </p:nvSpPr>
        <p:spPr>
          <a:xfrm>
            <a:off x="8407400" y="3390900"/>
            <a:ext cx="3098800" cy="6858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>
              <a:lnSpc>
                <a:spcPts val="1800"/>
              </a:lnSpc>
              <a:buNone/>
              <a:defRPr lang="en-us"/>
            </a:pPr>
            <a:r>
              <a:rPr lang="en-us" sz="1200">
                <a:solidFill>
                  <a:srgbClr val="D1D5DB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"그릇만큼의 돈을 모은다"는 개념을 통해 현재의 나를 만든 것은 결국 내가 만든 습관들과 그릇들임을 깨달았습니다.</a:t>
            </a:r>
            <a:endParaRPr lang="en-us" sz="1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p="http://schemas.openxmlformats.org/presentationml/2006/main" xmlns:r="http://schemas.openxmlformats.org/officeDocument/2006/relationships" xmlns:a="http://schemas.openxmlformats.org/drawingml/2006/main">
  <p:cSld name="Slide 5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Co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AAAAAAAAAAAASwAAMCoAABAAAAA="/>
              </a:ext>
            </a:extLst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3" name="Image 1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3cA0A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0AIAANwFAABwCAAAGAYAABAAAAA="/>
              </a:ext>
            </a:extLst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457200" y="952500"/>
            <a:ext cx="914400" cy="381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4" name="Image 2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Bzye4l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0AIAAIAHAAAwSAAA9AsAABAAAAA="/>
              </a:ext>
            </a:extLst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457200" y="1219200"/>
            <a:ext cx="11277600" cy="7239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5" name="Image 3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guP1V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/AMAAKwIAAC+BQAAyAoAABAAAAA="/>
              </a:ext>
            </a:extLst>
          </p:cNvPicPr>
          <p:nvPr/>
        </p:nvPicPr>
        <p:blipFill>
          <a:blip xmlns:r="http://schemas.openxmlformats.org/officeDocument/2006/relationships" r:embed="rId6"/>
          <a:stretch>
            <a:fillRect/>
          </a:stretch>
        </p:blipFill>
        <p:spPr>
          <a:xfrm>
            <a:off x="647700" y="1409700"/>
            <a:ext cx="285750" cy="3429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6" name="Image 4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phQIA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0AIAAN8RAAAoFAAAMRoAABAAAAA="/>
              </a:ext>
            </a:extLst>
          </p:cNvPicPr>
          <p:nvPr/>
        </p:nvPicPr>
        <p:blipFill>
          <a:blip xmlns:r="http://schemas.openxmlformats.org/officeDocument/2006/relationships" r:embed="rId7"/>
          <a:stretch>
            <a:fillRect/>
          </a:stretch>
        </p:blipFill>
        <p:spPr>
          <a:xfrm>
            <a:off x="457200" y="2905125"/>
            <a:ext cx="2819400" cy="135255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7" name="Image 5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BwigQA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mwoAAAsTAABdDAAAzRQAABAAAAA="/>
              </a:ext>
            </a:extLst>
          </p:cNvPicPr>
          <p:nvPr/>
        </p:nvPicPr>
        <p:blipFill>
          <a:blip xmlns:r="http://schemas.openxmlformats.org/officeDocument/2006/relationships" r:embed="rId8"/>
          <a:stretch>
            <a:fillRect/>
          </a:stretch>
        </p:blipFill>
        <p:spPr>
          <a:xfrm>
            <a:off x="1724025" y="3095625"/>
            <a:ext cx="285750" cy="28575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8" name="Image 6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CjwQA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1BwAAN8RAAAsLgAAMRoAABAAAAA="/>
              </a:ext>
            </a:extLst>
          </p:cNvPicPr>
          <p:nvPr/>
        </p:nvPicPr>
        <p:blipFill>
          <a:blip xmlns:r="http://schemas.openxmlformats.org/officeDocument/2006/relationships" r:embed="rId9"/>
          <a:stretch>
            <a:fillRect/>
          </a:stretch>
        </p:blipFill>
        <p:spPr>
          <a:xfrm>
            <a:off x="4686300" y="2905125"/>
            <a:ext cx="2819400" cy="135255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9" name="Image 7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Ev//D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nyQAAAsTAABhJgAAzRQAABAAAAA="/>
              </a:ext>
            </a:extLst>
          </p:cNvPicPr>
          <p:nvPr/>
        </p:nvPicPr>
        <p:blipFill>
          <a:blip xmlns:r="http://schemas.openxmlformats.org/officeDocument/2006/relationships" r:embed="rId10"/>
          <a:stretch>
            <a:fillRect/>
          </a:stretch>
        </p:blipFill>
        <p:spPr>
          <a:xfrm>
            <a:off x="5953125" y="3095625"/>
            <a:ext cx="285750" cy="28575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10" name="Image 8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BNwBx5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2DYAAN8RAAAwSAAAMRoAABAAAAA="/>
              </a:ext>
            </a:extLst>
          </p:cNvPicPr>
          <p:nvPr/>
        </p:nvPicPr>
        <p:blipFill>
          <a:blip xmlns:r="http://schemas.openxmlformats.org/officeDocument/2006/relationships" r:embed="rId11"/>
          <a:stretch>
            <a:fillRect/>
          </a:stretch>
        </p:blipFill>
        <p:spPr>
          <a:xfrm>
            <a:off x="8915400" y="2905125"/>
            <a:ext cx="2819400" cy="135255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11" name="Image 9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Bxtlur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oz4AAAsTAABlQAAAzRQAABAAAAA="/>
              </a:ext>
            </a:extLst>
          </p:cNvPicPr>
          <p:nvPr/>
        </p:nvPicPr>
        <p:blipFill>
          <a:blip xmlns:r="http://schemas.openxmlformats.org/officeDocument/2006/relationships" r:embed="rId12"/>
          <a:stretch>
            <a:fillRect/>
          </a:stretch>
        </p:blipFill>
        <p:spPr>
          <a:xfrm>
            <a:off x="10182225" y="3095625"/>
            <a:ext cx="285750" cy="28575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12" name="Image 10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0AIAAIkcAAAwSAAAwSAAABAAAAA="/>
              </a:ext>
            </a:extLst>
          </p:cNvPicPr>
          <p:nvPr/>
        </p:nvPicPr>
        <p:blipFill>
          <a:blip xmlns:r="http://schemas.openxmlformats.org/officeDocument/2006/relationships" r:embed="rId13"/>
          <a:stretch>
            <a:fillRect/>
          </a:stretch>
        </p:blipFill>
        <p:spPr>
          <a:xfrm>
            <a:off x="457200" y="4638675"/>
            <a:ext cx="11277600" cy="6858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13" name="Image 11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/AMAALUdAAAKBQAAlR8AABAAAAA="/>
              </a:ext>
            </a:extLst>
          </p:cNvPicPr>
          <p:nvPr/>
        </p:nvPicPr>
        <p:blipFill>
          <a:blip xmlns:r="http://schemas.openxmlformats.org/officeDocument/2006/relationships" r:embed="rId14"/>
          <a:stretch>
            <a:fillRect/>
          </a:stretch>
        </p:blipFill>
        <p:spPr>
          <a:xfrm>
            <a:off x="647700" y="4829175"/>
            <a:ext cx="171450" cy="3048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sp>
        <p:nvSpPr>
          <p:cNvPr id="14" name="Text 0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WAOxo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DQAgAA0AIAADBIAAAoBQAAEAAAAA=="/>
              </a:ext>
            </a:extLst>
          </p:cNvSpPr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>
              <a:lnSpc>
                <a:spcPts val="3000"/>
              </a:lnSpc>
              <a:buNone/>
              <a:defRPr lang="en-us"/>
            </a:pPr>
            <a:r>
              <a:rPr lang="en-us" sz="2700" b="1">
                <a:solidFill>
                  <a:srgbClr val="FFFFFF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2장 핵심 메시지</a:t>
            </a:r>
            <a:endParaRPr lang="en-us" sz="2700"/>
          </a:p>
        </p:txBody>
      </p:sp>
      <p:sp>
        <p:nvSpPr>
          <p:cNvPr id="15" name="Text 1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WAOxo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CuBgAA6AgAAGkfAACMCgAAEAAAAA=="/>
              </a:ext>
            </a:extLst>
          </p:cNvSpPr>
          <p:nvPr/>
        </p:nvSpPr>
        <p:spPr>
          <a:xfrm>
            <a:off x="1085850" y="1447800"/>
            <a:ext cx="4020185" cy="2667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>
              <a:lnSpc>
                <a:spcPts val="2100"/>
              </a:lnSpc>
              <a:buNone/>
              <a:defRPr lang="en-us"/>
            </a:pPr>
            <a:r>
              <a:rPr lang="en-us" sz="1500" b="1">
                <a:solidFill>
                  <a:srgbClr val="93C5FD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자의식(ego)</a:t>
            </a:r>
            <a:r>
              <a:rPr lang="en-us" sz="1500" b="1">
                <a:solidFill>
                  <a:srgbClr val="FFFFFF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이 성장의 가장 큰 적이다.</a:t>
            </a:r>
            <a:endParaRPr lang="en-us" sz="1500" b="1">
              <a:latin typeface="ui-sans-serif" pitchFamily="0" charset="0"/>
              <a:ea typeface="ui-sans-serif" pitchFamily="0" charset="0"/>
              <a:cs typeface="ui-sans-serif" pitchFamily="0" charset="0"/>
            </a:endParaRPr>
          </a:p>
        </p:txBody>
      </p:sp>
      <p:sp>
        <p:nvSpPr>
          <p:cNvPr id="16" name="Text 2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WAOxo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D8AwAAgRUAAPwSAAAlFwAAEAAAAA=="/>
              </a:ext>
            </a:extLst>
          </p:cNvSpPr>
          <p:nvPr/>
        </p:nvSpPr>
        <p:spPr>
          <a:xfrm>
            <a:off x="647700" y="3495675"/>
            <a:ext cx="2438400" cy="2667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 algn="ctr">
              <a:lnSpc>
                <a:spcPts val="2100"/>
              </a:lnSpc>
              <a:buNone/>
              <a:defRPr lang="en-us"/>
            </a:pPr>
            <a:r>
              <a:rPr lang="en-us" sz="1500" b="1">
                <a:solidFill>
                  <a:srgbClr val="FFFFFF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Stage 1</a:t>
            </a:r>
            <a:endParaRPr lang="en-us" sz="1500"/>
          </a:p>
        </p:txBody>
      </p:sp>
      <p:sp>
        <p:nvSpPr>
          <p:cNvPr id="17" name="Text 3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WAOxo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D8AwAAnRcAAPwSAAAFGQAAEAAAAA=="/>
              </a:ext>
            </a:extLst>
          </p:cNvSpPr>
          <p:nvPr/>
        </p:nvSpPr>
        <p:spPr>
          <a:xfrm>
            <a:off x="647700" y="3838575"/>
            <a:ext cx="2438400" cy="2286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 algn="ctr">
              <a:lnSpc>
                <a:spcPts val="1800"/>
              </a:lnSpc>
              <a:buNone/>
              <a:defRPr lang="en-us"/>
            </a:pPr>
            <a:r>
              <a:rPr lang="en-us" sz="1200">
                <a:solidFill>
                  <a:srgbClr val="D1D5DB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자의식의 존재를 인식하다</a:t>
            </a:r>
            <a:endParaRPr lang="en-us" sz="1200"/>
          </a:p>
        </p:txBody>
      </p:sp>
      <p:sp>
        <p:nvSpPr>
          <p:cNvPr id="18" name="Text 4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AAHgAAgRUAAAAtAAAlFwAAEAAAAA=="/>
              </a:ext>
            </a:extLst>
          </p:cNvSpPr>
          <p:nvPr/>
        </p:nvSpPr>
        <p:spPr>
          <a:xfrm>
            <a:off x="4876800" y="3495675"/>
            <a:ext cx="2438400" cy="2667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 algn="ctr">
              <a:lnSpc>
                <a:spcPts val="2100"/>
              </a:lnSpc>
              <a:buNone/>
              <a:defRPr lang="en-us"/>
            </a:pPr>
            <a:r>
              <a:rPr lang="en-us" sz="1500" b="1">
                <a:solidFill>
                  <a:srgbClr val="FFFFFF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Stage 2</a:t>
            </a:r>
            <a:endParaRPr lang="en-us" sz="1500"/>
          </a:p>
        </p:txBody>
      </p:sp>
      <p:sp>
        <p:nvSpPr>
          <p:cNvPr id="19" name="Text 5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WAOxo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AAHgAAnRcAAAAtAAAFGQAAEAAAAA=="/>
              </a:ext>
            </a:extLst>
          </p:cNvSpPr>
          <p:nvPr/>
        </p:nvSpPr>
        <p:spPr>
          <a:xfrm>
            <a:off x="4876800" y="3838575"/>
            <a:ext cx="2438400" cy="2286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 algn="ctr">
              <a:lnSpc>
                <a:spcPts val="1800"/>
              </a:lnSpc>
              <a:buNone/>
              <a:defRPr lang="en-us"/>
            </a:pPr>
            <a:r>
              <a:rPr lang="en-us" sz="1200">
                <a:solidFill>
                  <a:srgbClr val="D1D5DB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자의식의 조각내다</a:t>
            </a:r>
            <a:endParaRPr lang="en-us" sz="1200"/>
          </a:p>
        </p:txBody>
      </p:sp>
      <p:sp>
        <p:nvSpPr>
          <p:cNvPr id="20" name="Text 6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WAOxo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AEOAAAgRUAAARHAAAlFwAAEAAAAA=="/>
              </a:ext>
            </a:extLst>
          </p:cNvSpPr>
          <p:nvPr/>
        </p:nvSpPr>
        <p:spPr>
          <a:xfrm>
            <a:off x="9105900" y="3495675"/>
            <a:ext cx="2438400" cy="2667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 algn="ctr">
              <a:lnSpc>
                <a:spcPts val="2100"/>
              </a:lnSpc>
              <a:buNone/>
              <a:defRPr lang="en-us"/>
            </a:pPr>
            <a:r>
              <a:rPr lang="en-us" sz="1500" b="1">
                <a:solidFill>
                  <a:srgbClr val="FFFFFF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Stage 3</a:t>
            </a:r>
            <a:endParaRPr lang="en-us" sz="1500"/>
          </a:p>
        </p:txBody>
      </p:sp>
      <p:sp>
        <p:nvSpPr>
          <p:cNvPr id="21" name="Text 7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CENgAAnRcAAIRIAAAFGQAAEAAAAA=="/>
              </a:ext>
            </a:extLst>
          </p:cNvSpPr>
          <p:nvPr/>
        </p:nvSpPr>
        <p:spPr>
          <a:xfrm>
            <a:off x="8862060" y="3838575"/>
            <a:ext cx="2926080" cy="2286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 algn="ctr">
              <a:lnSpc>
                <a:spcPts val="1800"/>
              </a:lnSpc>
              <a:buNone/>
              <a:defRPr lang="en-us"/>
            </a:pPr>
            <a:r>
              <a:rPr lang="en-us" sz="1200">
                <a:solidFill>
                  <a:srgbClr val="D1D5DB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새로운 정체성으로 재구성하다</a:t>
            </a:r>
            <a:endParaRPr lang="en-us" sz="1200"/>
          </a:p>
        </p:txBody>
      </p:sp>
      <p:sp>
        <p:nvSpPr>
          <p:cNvPr id="22" name="Text 8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D6BQAA0x0AALQ7AAB3HwAAEAAAAA=="/>
              </a:ext>
            </a:extLst>
          </p:cNvSpPr>
          <p:nvPr/>
        </p:nvSpPr>
        <p:spPr>
          <a:xfrm>
            <a:off x="971550" y="4848225"/>
            <a:ext cx="8733790" cy="2667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>
              <a:lnSpc>
                <a:spcPts val="2100"/>
              </a:lnSpc>
              <a:buNone/>
              <a:defRPr lang="en-us"/>
            </a:pPr>
            <a:r>
              <a:rPr lang="en-us" sz="1350">
                <a:solidFill>
                  <a:srgbClr val="FFFFFF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타인의 시선, 체면, 자존심이 인생을 제한한다. 자의식을 해체함으로써 진정한 성장이 가능하다.</a:t>
            </a:r>
            <a:endParaRPr lang="en-us" sz="135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p="http://schemas.openxmlformats.org/presentationml/2006/main" xmlns:r="http://schemas.openxmlformats.org/officeDocument/2006/relationships" xmlns:a="http://schemas.openxmlformats.org/drawingml/2006/main">
  <p:cSld name="Slide 6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AAAAAAAAAAAASwAAMCoAABAAAAA="/>
              </a:ext>
            </a:extLst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3" name="Image 1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0AIAANwFAABwCAAAGAYAABAAAAA="/>
              </a:ext>
            </a:extLst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457200" y="952500"/>
            <a:ext cx="914400" cy="381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4" name="Image 2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OAQAANcKAAD6BQAAmQwAABAAAAA="/>
              </a:ext>
            </a:extLst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685800" y="1762125"/>
            <a:ext cx="285750" cy="28575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5" name="Image 3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OAQAAAsTAAD6BQAAzRQAABAAAAA="/>
              </a:ext>
            </a:extLst>
          </p:cNvPicPr>
          <p:nvPr/>
        </p:nvPicPr>
        <p:blipFill>
          <a:blip xmlns:r="http://schemas.openxmlformats.org/officeDocument/2006/relationships" r:embed="rId6"/>
          <a:stretch>
            <a:fillRect/>
          </a:stretch>
        </p:blipFill>
        <p:spPr>
          <a:xfrm>
            <a:off x="685800" y="3095625"/>
            <a:ext cx="285750" cy="28575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6" name="Image 4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6gYAANwUAACiLAAArBcAABAAAAA="/>
              </a:ext>
            </a:extLst>
          </p:cNvPicPr>
          <p:nvPr/>
        </p:nvPicPr>
        <p:blipFill>
          <a:blip xmlns:r="http://schemas.openxmlformats.org/officeDocument/2006/relationships" r:embed="rId7"/>
          <a:stretch>
            <a:fillRect/>
          </a:stretch>
        </p:blipFill>
        <p:spPr>
          <a:xfrm>
            <a:off x="1123950" y="3390900"/>
            <a:ext cx="6131560" cy="4572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7" name="Image 5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OAQAAB8dAACRBQAA4R4AABAAAAA="/>
              </a:ext>
            </a:extLst>
          </p:cNvPicPr>
          <p:nvPr/>
        </p:nvPicPr>
        <p:blipFill>
          <a:blip xmlns:r="http://schemas.openxmlformats.org/officeDocument/2006/relationships" r:embed="rId8"/>
          <a:stretch>
            <a:fillRect/>
          </a:stretch>
        </p:blipFill>
        <p:spPr>
          <a:xfrm>
            <a:off x="685800" y="4733925"/>
            <a:ext cx="219075" cy="28575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sp>
        <p:nvSpPr>
          <p:cNvPr id="8" name="Text 0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3///8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DQAgAA0AIAADBIAAAoBQAAEAAAAA=="/>
              </a:ext>
            </a:extLst>
          </p:cNvSpPr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>
              <a:lnSpc>
                <a:spcPts val="3000"/>
              </a:lnSpc>
              <a:buNone/>
              <a:defRPr lang="en-us"/>
            </a:pPr>
            <a:r>
              <a:rPr lang="en-us" sz="2700" b="1">
                <a:solidFill>
                  <a:srgbClr val="FFFFFF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2장에서의 나의 느낀 점</a:t>
            </a:r>
            <a:endParaRPr lang="en-us" sz="2700"/>
          </a:p>
        </p:txBody>
      </p:sp>
      <p:sp>
        <p:nvSpPr>
          <p:cNvPr id="9" name="Text 1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v///8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DqBgAAjAoAAFA3AAAwDAAAEAAAAA=="/>
              </a:ext>
            </a:extLst>
          </p:cNvSpPr>
          <p:nvPr/>
        </p:nvSpPr>
        <p:spPr>
          <a:xfrm>
            <a:off x="1123950" y="1714500"/>
            <a:ext cx="7867650" cy="2667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>
              <a:lnSpc>
                <a:spcPts val="2100"/>
              </a:lnSpc>
              <a:buNone/>
              <a:defRPr lang="en-us"/>
            </a:pPr>
            <a:r>
              <a:rPr lang="en-us" sz="1500" b="1">
                <a:solidFill>
                  <a:srgbClr val="FFFFFF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고정관념의 발견</a:t>
            </a:r>
            <a:endParaRPr lang="en-us" sz="1500"/>
          </a:p>
        </p:txBody>
      </p:sp>
      <p:sp>
        <p:nvSpPr>
          <p:cNvPr id="10" name="Text 2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DqBgAAqAwAAFA3AAB4DwAAEAAAAA=="/>
              </a:ext>
            </a:extLst>
          </p:cNvSpPr>
          <p:nvPr/>
        </p:nvSpPr>
        <p:spPr>
          <a:xfrm>
            <a:off x="1123950" y="2057400"/>
            <a:ext cx="7867650" cy="4572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>
              <a:lnSpc>
                <a:spcPts val="1800"/>
              </a:lnSpc>
              <a:buNone/>
              <a:defRPr lang="en-us"/>
            </a:pPr>
            <a:r>
              <a:rPr lang="en-us" sz="1200">
                <a:solidFill>
                  <a:srgbClr val="D1D5DB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"나는 원래 이런 사람"이라는 고정관념에 갇혀 있었음을 깨달았습니다. 이 관념을 극복하지 않으면 새로운 성장이 불가능하다는 것을 알게 되었습니다.</a:t>
            </a:r>
            <a:endParaRPr lang="en-us" sz="1200"/>
          </a:p>
        </p:txBody>
      </p:sp>
      <p:sp>
        <p:nvSpPr>
          <p:cNvPr id="11" name="Text 3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DqBgAAwBIAAKIsAABkFAAAEAAAAA=="/>
              </a:ext>
            </a:extLst>
          </p:cNvSpPr>
          <p:nvPr/>
        </p:nvSpPr>
        <p:spPr>
          <a:xfrm>
            <a:off x="1123950" y="3048000"/>
            <a:ext cx="6131560" cy="2667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>
              <a:lnSpc>
                <a:spcPts val="2100"/>
              </a:lnSpc>
              <a:buNone/>
              <a:defRPr lang="en-us"/>
            </a:pPr>
            <a:r>
              <a:rPr lang="en-us" sz="1500" b="1">
                <a:solidFill>
                  <a:srgbClr val="FFFFFF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과한 자존심의 결과</a:t>
            </a:r>
            <a:endParaRPr lang="en-us" sz="1500"/>
          </a:p>
        </p:txBody>
      </p:sp>
      <p:sp>
        <p:nvSpPr>
          <p:cNvPr id="12" name="Text 4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z///8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CeBwAAkBUAADEzAAD4FgAAEAAAAA=="/>
              </a:ext>
            </a:extLst>
          </p:cNvSpPr>
          <p:nvPr/>
        </p:nvSpPr>
        <p:spPr>
          <a:xfrm>
            <a:off x="1238250" y="3505200"/>
            <a:ext cx="7083425" cy="2286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>
              <a:lnSpc>
                <a:spcPts val="1800"/>
              </a:lnSpc>
              <a:buNone/>
              <a:defRPr lang="en-us"/>
            </a:pPr>
            <a:r>
              <a:rPr lang="en-us" sz="1200" i="1">
                <a:solidFill>
                  <a:srgbClr val="D1D5DB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"과한 자존심 때문에 잃은 기회들" - 이 문장이 나를 가장 깊이 있게 반성하게 했습니다.</a:t>
            </a:r>
            <a:endParaRPr lang="en-us" sz="1200"/>
          </a:p>
        </p:txBody>
      </p:sp>
      <p:sp>
        <p:nvSpPr>
          <p:cNvPr id="13" name="Text 5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v///8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DqBgAAJBgAAC00AACMGQAAEAAAAA=="/>
              </a:ext>
            </a:extLst>
          </p:cNvSpPr>
          <p:nvPr/>
        </p:nvSpPr>
        <p:spPr>
          <a:xfrm>
            <a:off x="1123950" y="3924300"/>
            <a:ext cx="7357745" cy="2286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>
              <a:lnSpc>
                <a:spcPts val="1800"/>
              </a:lnSpc>
              <a:buNone/>
              <a:defRPr lang="en-us"/>
            </a:pPr>
            <a:r>
              <a:rPr lang="en-us" sz="1200">
                <a:solidFill>
                  <a:srgbClr val="D1D5DB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타인의 시선, 체면, 자존심이 인생을 제한한다는 사실을 새롭게 깨달았습니다.</a:t>
            </a:r>
            <a:endParaRPr lang="en-us" sz="1200"/>
          </a:p>
        </p:txBody>
      </p:sp>
      <p:sp>
        <p:nvSpPr>
          <p:cNvPr id="14" name="Text 6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IAAAA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CBBgAA1BwAAFA3AAB4HgAAEAAAAA=="/>
              </a:ext>
            </a:extLst>
          </p:cNvSpPr>
          <p:nvPr/>
        </p:nvSpPr>
        <p:spPr>
          <a:xfrm>
            <a:off x="1057275" y="4686300"/>
            <a:ext cx="7934325" cy="2667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>
              <a:lnSpc>
                <a:spcPts val="2100"/>
              </a:lnSpc>
              <a:buNone/>
              <a:defRPr lang="en-us"/>
            </a:pPr>
            <a:r>
              <a:rPr lang="en-us" sz="1500" b="1">
                <a:solidFill>
                  <a:srgbClr val="FFFFFF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변화의 첫 단계</a:t>
            </a:r>
            <a:endParaRPr lang="en-us" sz="1500"/>
          </a:p>
        </p:txBody>
      </p:sp>
      <p:sp>
        <p:nvSpPr>
          <p:cNvPr id="15" name="Text 7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z///8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CBBgAA8B4AAFA3AADAIQAAAAAAAA=="/>
              </a:ext>
            </a:extLst>
          </p:cNvSpPr>
          <p:nvPr/>
        </p:nvSpPr>
        <p:spPr>
          <a:xfrm>
            <a:off x="1057275" y="5029200"/>
            <a:ext cx="7934325" cy="4572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>
              <a:lnSpc>
                <a:spcPts val="1800"/>
              </a:lnSpc>
              <a:buNone/>
              <a:defRPr lang="en-us"/>
            </a:pPr>
            <a:r>
              <a:rPr lang="en-us" sz="1200">
                <a:solidFill>
                  <a:srgbClr val="D1D5DB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자의식(ego)을 해체하는 과정에서 나 자신의 변화를 시작해야 한다는 것을 깨달았습니다. 자의식을 인정하는 것이 성장의 첫걸음입니다.</a:t>
            </a:r>
            <a:endParaRPr lang="en-us" sz="1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p="http://schemas.openxmlformats.org/presentationml/2006/main" xmlns:r="http://schemas.openxmlformats.org/officeDocument/2006/relationships" xmlns:a="http://schemas.openxmlformats.org/drawingml/2006/main">
  <p:cSld name="Slide 7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AAAAAAAAAAAASwAAMCoAABAAAAA="/>
              </a:ext>
            </a:extLst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3" name="Image 1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0AIAANwFAABwCAAAGAYAABAAAAA="/>
              </a:ext>
            </a:extLst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457200" y="952500"/>
            <a:ext cx="914400" cy="381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4" name="Image 2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0AIAAGAJAAAwSAAAtA8AABAAAAA="/>
              </a:ext>
            </a:extLst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457200" y="1524000"/>
            <a:ext cx="11277600" cy="10287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5" name="Image 3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OAQAAF4LAADbBgAAeg0AABAAAAA="/>
              </a:ext>
            </a:extLst>
          </p:cNvPicPr>
          <p:nvPr/>
        </p:nvPicPr>
        <p:blipFill>
          <a:blip xmlns:r="http://schemas.openxmlformats.org/officeDocument/2006/relationships" r:embed="rId6"/>
          <a:stretch>
            <a:fillRect/>
          </a:stretch>
        </p:blipFill>
        <p:spPr>
          <a:xfrm>
            <a:off x="685800" y="1847850"/>
            <a:ext cx="428625" cy="3429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6" name="Image 4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0AIAAKISAADQEQAAEhsAABAAAAA="/>
              </a:ext>
            </a:extLst>
          </p:cNvPicPr>
          <p:nvPr/>
        </p:nvPicPr>
        <p:blipFill>
          <a:blip xmlns:r="http://schemas.openxmlformats.org/officeDocument/2006/relationships" r:embed="rId7"/>
          <a:stretch>
            <a:fillRect/>
          </a:stretch>
        </p:blipFill>
        <p:spPr>
          <a:xfrm>
            <a:off x="457200" y="3028950"/>
            <a:ext cx="2438400" cy="13716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7" name="Image 5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jQkAAN0TAAATCwAAnxUAABAAAAA="/>
              </a:ext>
            </a:extLst>
          </p:cNvPicPr>
          <p:nvPr/>
        </p:nvPicPr>
        <p:blipFill>
          <a:blip xmlns:r="http://schemas.openxmlformats.org/officeDocument/2006/relationships" r:embed="rId8"/>
          <a:stretch>
            <a:fillRect/>
          </a:stretch>
        </p:blipFill>
        <p:spPr>
          <a:xfrm>
            <a:off x="1552575" y="3228975"/>
            <a:ext cx="247650" cy="28575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8" name="Image 6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rBIAABcWAAAUFAAAfxcAABAAAAA="/>
              </a:ext>
            </a:extLst>
          </p:cNvPicPr>
          <p:nvPr/>
        </p:nvPicPr>
        <p:blipFill>
          <a:blip xmlns:r="http://schemas.openxmlformats.org/officeDocument/2006/relationships" r:embed="rId9"/>
          <a:stretch>
            <a:fillRect/>
          </a:stretch>
        </p:blipFill>
        <p:spPr>
          <a:xfrm>
            <a:off x="3035300" y="3590925"/>
            <a:ext cx="228600" cy="2286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9" name="Image 7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8BQAAKISAADwIwAAEhsAABAAAAA="/>
              </a:ext>
            </a:extLst>
          </p:cNvPicPr>
          <p:nvPr/>
        </p:nvPicPr>
        <p:blipFill>
          <a:blip xmlns:r="http://schemas.openxmlformats.org/officeDocument/2006/relationships" r:embed="rId10"/>
          <a:stretch>
            <a:fillRect/>
          </a:stretch>
        </p:blipFill>
        <p:spPr>
          <a:xfrm>
            <a:off x="3403600" y="3028950"/>
            <a:ext cx="2438400" cy="13716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10" name="Image 8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/////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jxsAAN0TAABRHQAAnxUAABAAAAA="/>
              </a:ext>
            </a:extLst>
          </p:cNvPicPr>
          <p:nvPr/>
        </p:nvPicPr>
        <p:blipFill>
          <a:blip xmlns:r="http://schemas.openxmlformats.org/officeDocument/2006/relationships" r:embed="rId11"/>
          <a:stretch>
            <a:fillRect/>
          </a:stretch>
        </p:blipFill>
        <p:spPr>
          <a:xfrm>
            <a:off x="4479925" y="3228975"/>
            <a:ext cx="285750" cy="28575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11" name="Image 9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7////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zCQAABcWAAA0JgAAfxcAABAAAAA="/>
              </a:ext>
            </a:extLst>
          </p:cNvPicPr>
          <p:nvPr/>
        </p:nvPicPr>
        <p:blipFill>
          <a:blip xmlns:r="http://schemas.openxmlformats.org/officeDocument/2006/relationships" r:embed="rId12"/>
          <a:stretch>
            <a:fillRect/>
          </a:stretch>
        </p:blipFill>
        <p:spPr>
          <a:xfrm>
            <a:off x="5981700" y="3590925"/>
            <a:ext cx="228600" cy="2286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12" name="Image 10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+////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DycAAKISAAAPNgAAEhsAABAAAAA="/>
              </a:ext>
            </a:extLst>
          </p:cNvPicPr>
          <p:nvPr/>
        </p:nvPicPr>
        <p:blipFill>
          <a:blip xmlns:r="http://schemas.openxmlformats.org/officeDocument/2006/relationships" r:embed="rId13"/>
          <a:stretch>
            <a:fillRect/>
          </a:stretch>
        </p:blipFill>
        <p:spPr>
          <a:xfrm>
            <a:off x="6349365" y="3028950"/>
            <a:ext cx="2438400" cy="13716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13" name="Image 11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6////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kC0AAN0TAACOLwAAnxUAABAAAAA="/>
              </a:ext>
            </a:extLst>
          </p:cNvPicPr>
          <p:nvPr/>
        </p:nvPicPr>
        <p:blipFill>
          <a:blip xmlns:r="http://schemas.openxmlformats.org/officeDocument/2006/relationships" r:embed="rId14"/>
          <a:stretch>
            <a:fillRect/>
          </a:stretch>
        </p:blipFill>
        <p:spPr>
          <a:xfrm>
            <a:off x="7406640" y="3228975"/>
            <a:ext cx="323850" cy="28575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14" name="Image 12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6////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6zYAABcWAABTOAAAfxcAABAAAAA="/>
              </a:ext>
            </a:extLst>
          </p:cNvPicPr>
          <p:nvPr/>
        </p:nvPicPr>
        <p:blipFill>
          <a:blip xmlns:r="http://schemas.openxmlformats.org/officeDocument/2006/relationships" r:embed="rId15"/>
          <a:stretch>
            <a:fillRect/>
          </a:stretch>
        </p:blipFill>
        <p:spPr>
          <a:xfrm>
            <a:off x="8927465" y="3590925"/>
            <a:ext cx="228600" cy="2286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15" name="Image 13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LAAAA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LzkAAAwSAAAvSAAAqBsAABAAAAA="/>
              </a:ext>
            </a:extLst>
          </p:cNvPicPr>
          <p:nvPr/>
        </p:nvPicPr>
        <p:blipFill>
          <a:blip xmlns:r="http://schemas.openxmlformats.org/officeDocument/2006/relationships" r:embed="rId16"/>
          <a:stretch>
            <a:fillRect/>
          </a:stretch>
        </p:blipFill>
        <p:spPr>
          <a:xfrm>
            <a:off x="9295765" y="2933700"/>
            <a:ext cx="2438400" cy="15621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16" name="Image 14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/////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sD8AAEcTAACuQQAACRUAABAAAAA="/>
              </a:ext>
            </a:extLst>
          </p:cNvPicPr>
          <p:nvPr/>
        </p:nvPicPr>
        <p:blipFill>
          <a:blip xmlns:r="http://schemas.openxmlformats.org/officeDocument/2006/relationships" r:embed="rId17"/>
          <a:stretch>
            <a:fillRect/>
          </a:stretch>
        </p:blipFill>
        <p:spPr>
          <a:xfrm>
            <a:off x="10353040" y="3133725"/>
            <a:ext cx="323850" cy="28575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17" name="Image 15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7////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0AIAAIgdAAAwSAAAZCMAABAAAAA="/>
              </a:ext>
            </a:extLst>
          </p:cNvPicPr>
          <p:nvPr/>
        </p:nvPicPr>
        <p:blipFill>
          <a:blip xmlns:r="http://schemas.openxmlformats.org/officeDocument/2006/relationships" r:embed="rId18"/>
          <a:stretch>
            <a:fillRect/>
          </a:stretch>
        </p:blipFill>
        <p:spPr>
          <a:xfrm>
            <a:off x="457200" y="4800600"/>
            <a:ext cx="11277600" cy="9525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18" name="Image 16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7////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/AMAAHcfAABVBQAAOSEAABAAAAA="/>
              </a:ext>
            </a:extLst>
          </p:cNvPicPr>
          <p:nvPr/>
        </p:nvPicPr>
        <p:blipFill>
          <a:blip xmlns:r="http://schemas.openxmlformats.org/officeDocument/2006/relationships" r:embed="rId19"/>
          <a:stretch>
            <a:fillRect/>
          </a:stretch>
        </p:blipFill>
        <p:spPr>
          <a:xfrm>
            <a:off x="647700" y="5114925"/>
            <a:ext cx="219075" cy="28575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sp>
        <p:nvSpPr>
          <p:cNvPr id="19" name="Text 0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DQAgAA0AIAADBIAAAoBQAAEAAAAA=="/>
              </a:ext>
            </a:extLst>
          </p:cNvSpPr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>
              <a:lnSpc>
                <a:spcPts val="3000"/>
              </a:lnSpc>
              <a:buNone/>
              <a:defRPr lang="en-us"/>
            </a:pPr>
            <a:r>
              <a:rPr lang="en-us" sz="2700" b="1">
                <a:solidFill>
                  <a:srgbClr val="FFFFFF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3장 핵심 메시지</a:t>
            </a:r>
            <a:endParaRPr lang="en-us" sz="2700"/>
          </a:p>
        </p:txBody>
      </p:sp>
      <p:sp>
        <p:nvSpPr>
          <p:cNvPr id="20" name="Text 1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z///8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DLBwAAyAoAAGIkAABsDAAAEAAAAA=="/>
              </a:ext>
            </a:extLst>
          </p:cNvSpPr>
          <p:nvPr/>
        </p:nvSpPr>
        <p:spPr>
          <a:xfrm>
            <a:off x="1266825" y="1752600"/>
            <a:ext cx="4647565" cy="2667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>
              <a:lnSpc>
                <a:spcPts val="2100"/>
              </a:lnSpc>
              <a:buNone/>
              <a:defRPr lang="en-us"/>
            </a:pPr>
            <a:r>
              <a:rPr lang="en-us" sz="1500" b="1">
                <a:solidFill>
                  <a:srgbClr val="FFFFFF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정체성은 설치할 수 있는 소프트웨어</a:t>
            </a:r>
            <a:endParaRPr lang="en-us" sz="1500"/>
          </a:p>
        </p:txBody>
      </p:sp>
      <p:sp>
        <p:nvSpPr>
          <p:cNvPr id="21" name="Text 2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z///8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DLBwAA5AwAABoqAABMDgAAEAAAAA=="/>
              </a:ext>
            </a:extLst>
          </p:cNvSpPr>
          <p:nvPr/>
        </p:nvSpPr>
        <p:spPr>
          <a:xfrm>
            <a:off x="1266825" y="2095500"/>
            <a:ext cx="5577205" cy="2286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>
              <a:lnSpc>
                <a:spcPts val="1800"/>
              </a:lnSpc>
              <a:buNone/>
              <a:defRPr lang="en-us"/>
            </a:pPr>
            <a:r>
              <a:rPr lang="en-us" sz="1200">
                <a:solidFill>
                  <a:srgbClr val="D1D5DB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우리가 생각하는 것보다 훨씬 더 유연하고, 바꿀 수 있는 존재입니다.</a:t>
            </a:r>
            <a:endParaRPr lang="en-us" sz="1200"/>
          </a:p>
        </p:txBody>
      </p:sp>
      <p:sp>
        <p:nvSpPr>
          <p:cNvPr id="22" name="Text 3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z///8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D8AwAAnhYAAKQQAABCGAAAEAAAAA=="/>
              </a:ext>
            </a:extLst>
          </p:cNvSpPr>
          <p:nvPr/>
        </p:nvSpPr>
        <p:spPr>
          <a:xfrm>
            <a:off x="647700" y="3676650"/>
            <a:ext cx="2057400" cy="2667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 algn="ctr">
              <a:lnSpc>
                <a:spcPts val="2100"/>
              </a:lnSpc>
              <a:buNone/>
              <a:defRPr lang="en-us"/>
            </a:pPr>
            <a:r>
              <a:rPr lang="en-us" sz="1350" b="1">
                <a:solidFill>
                  <a:srgbClr val="FFFFFF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행동</a:t>
            </a:r>
            <a:endParaRPr lang="en-us" sz="1350"/>
          </a:p>
        </p:txBody>
      </p:sp>
      <p:sp>
        <p:nvSpPr>
          <p:cNvPr id="23" name="Text 4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j///8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C4AgAAuhgAAOgRAADmGQAAEAAAAA=="/>
              </a:ext>
            </a:extLst>
          </p:cNvSpPr>
          <p:nvPr/>
        </p:nvSpPr>
        <p:spPr>
          <a:xfrm>
            <a:off x="441960" y="4019550"/>
            <a:ext cx="2468880" cy="1905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 algn="ctr">
              <a:lnSpc>
                <a:spcPts val="1500"/>
              </a:lnSpc>
              <a:buNone/>
              <a:defRPr lang="en-us"/>
            </a:pPr>
            <a:r>
              <a:rPr lang="en-us" sz="1050">
                <a:solidFill>
                  <a:srgbClr val="D1D5DB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구체적인 행동을 반복합니다</a:t>
            </a:r>
            <a:endParaRPr lang="en-us" sz="1050"/>
          </a:p>
        </p:txBody>
      </p:sp>
      <p:sp>
        <p:nvSpPr>
          <p:cNvPr id="24" name="Text 5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IAAAA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AcFgAAnhYAAMQiAABCGAAAEAAAAA=="/>
              </a:ext>
            </a:extLst>
          </p:cNvSpPr>
          <p:nvPr/>
        </p:nvSpPr>
        <p:spPr>
          <a:xfrm>
            <a:off x="3594100" y="3676650"/>
            <a:ext cx="2057400" cy="2667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 algn="ctr">
              <a:lnSpc>
                <a:spcPts val="2100"/>
              </a:lnSpc>
              <a:buNone/>
              <a:defRPr lang="en-us"/>
            </a:pPr>
            <a:r>
              <a:rPr lang="en-us" sz="1350" b="1">
                <a:solidFill>
                  <a:srgbClr val="FFFFFF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습관</a:t>
            </a:r>
            <a:endParaRPr lang="en-us" sz="1350"/>
          </a:p>
        </p:txBody>
      </p:sp>
      <p:sp>
        <p:nvSpPr>
          <p:cNvPr id="25" name="Text 6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r///8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DYFAAAuhgAAAgkAADmGQAAEAAAAA=="/>
              </a:ext>
            </a:extLst>
          </p:cNvSpPr>
          <p:nvPr/>
        </p:nvSpPr>
        <p:spPr>
          <a:xfrm>
            <a:off x="3388360" y="4019550"/>
            <a:ext cx="2468880" cy="1905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 algn="ctr">
              <a:lnSpc>
                <a:spcPts val="1500"/>
              </a:lnSpc>
              <a:buNone/>
              <a:defRPr lang="en-us"/>
            </a:pPr>
            <a:r>
              <a:rPr lang="en-us" sz="1050">
                <a:solidFill>
                  <a:srgbClr val="D1D5DB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행동이 습관으로 자리 잡습니다</a:t>
            </a:r>
            <a:endParaRPr lang="en-us" sz="1050"/>
          </a:p>
        </p:txBody>
      </p:sp>
      <p:sp>
        <p:nvSpPr>
          <p:cNvPr id="26" name="Text 7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f///8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A7KAAAnhYAAOM0AABCGAAAEAAAAA=="/>
              </a:ext>
            </a:extLst>
          </p:cNvSpPr>
          <p:nvPr/>
        </p:nvSpPr>
        <p:spPr>
          <a:xfrm>
            <a:off x="6539865" y="3676650"/>
            <a:ext cx="2057400" cy="2667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 algn="ctr">
              <a:lnSpc>
                <a:spcPts val="2100"/>
              </a:lnSpc>
              <a:buNone/>
              <a:defRPr lang="en-us"/>
            </a:pPr>
            <a:r>
              <a:rPr lang="en-us" sz="1350" b="1">
                <a:solidFill>
                  <a:srgbClr val="FFFFFF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정체성</a:t>
            </a:r>
            <a:endParaRPr lang="en-us" sz="1350"/>
          </a:p>
        </p:txBody>
      </p:sp>
      <p:sp>
        <p:nvSpPr>
          <p:cNvPr id="27" name="Text 8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T///8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D3JgAAuhgAACc2AADmGQAAEAAAAA=="/>
              </a:ext>
            </a:extLst>
          </p:cNvSpPr>
          <p:nvPr/>
        </p:nvSpPr>
        <p:spPr>
          <a:xfrm>
            <a:off x="6334125" y="4019550"/>
            <a:ext cx="2468880" cy="1905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 algn="ctr">
              <a:lnSpc>
                <a:spcPts val="1500"/>
              </a:lnSpc>
              <a:buNone/>
              <a:defRPr lang="en-us"/>
            </a:pPr>
            <a:r>
              <a:rPr lang="en-us" sz="1050">
                <a:solidFill>
                  <a:srgbClr val="D1D5DB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습관이 내 정체성이 됩니다</a:t>
            </a:r>
            <a:endParaRPr lang="en-us" sz="1050"/>
          </a:p>
        </p:txBody>
      </p:sp>
      <p:sp>
        <p:nvSpPr>
          <p:cNvPr id="28" name="Text 9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D///8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BbOgAACBYAAANHAACsFwAAEAAAAA=="/>
              </a:ext>
            </a:extLst>
          </p:cNvSpPr>
          <p:nvPr/>
        </p:nvSpPr>
        <p:spPr>
          <a:xfrm>
            <a:off x="9486265" y="3581400"/>
            <a:ext cx="2057400" cy="2667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 algn="ctr">
              <a:lnSpc>
                <a:spcPts val="2100"/>
              </a:lnSpc>
              <a:buNone/>
              <a:defRPr lang="en-us"/>
            </a:pPr>
            <a:r>
              <a:rPr lang="en-us" sz="1350" b="1">
                <a:solidFill>
                  <a:srgbClr val="FFFFFF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결과</a:t>
            </a:r>
            <a:endParaRPr lang="en-us" sz="1350"/>
          </a:p>
        </p:txBody>
      </p:sp>
      <p:sp>
        <p:nvSpPr>
          <p:cNvPr id="29" name="Text 10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D///8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BbOgAAJBgAAANHAAB8GgAAEAAAAA=="/>
              </a:ext>
            </a:extLst>
          </p:cNvSpPr>
          <p:nvPr/>
        </p:nvSpPr>
        <p:spPr>
          <a:xfrm>
            <a:off x="9486265" y="3924300"/>
            <a:ext cx="2057400" cy="3810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 algn="ctr">
              <a:lnSpc>
                <a:spcPts val="1500"/>
              </a:lnSpc>
              <a:buNone/>
              <a:defRPr lang="en-us"/>
            </a:pPr>
            <a:r>
              <a:rPr lang="en-us" sz="1050">
                <a:solidFill>
                  <a:srgbClr val="D1D5DB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정체성에 따라 삶의 결과가 달라집니다</a:t>
            </a:r>
            <a:endParaRPr lang="en-us" sz="1050"/>
          </a:p>
        </p:txBody>
      </p:sp>
      <p:sp>
        <p:nvSpPr>
          <p:cNvPr id="30" name="Text 11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T///8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BFBgAAtB4AALY/AABYIAAAEAAAAA=="/>
              </a:ext>
            </a:extLst>
          </p:cNvSpPr>
          <p:nvPr/>
        </p:nvSpPr>
        <p:spPr>
          <a:xfrm>
            <a:off x="1019175" y="4991100"/>
            <a:ext cx="9337675" cy="2667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>
              <a:lnSpc>
                <a:spcPts val="2100"/>
              </a:lnSpc>
              <a:buNone/>
              <a:defRPr lang="en-us"/>
            </a:pPr>
            <a:r>
              <a:rPr lang="en-us" sz="1500" b="1">
                <a:solidFill>
                  <a:srgbClr val="FFFFFF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중요한 인사이트</a:t>
            </a:r>
            <a:endParaRPr lang="en-us" sz="1500"/>
          </a:p>
        </p:txBody>
      </p:sp>
      <p:sp>
        <p:nvSpPr>
          <p:cNvPr id="31" name="Text 12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f///8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BFBgAA0CAAADNLAAA4IgAAEAAAAA=="/>
              </a:ext>
            </a:extLst>
          </p:cNvSpPr>
          <p:nvPr/>
        </p:nvSpPr>
        <p:spPr>
          <a:xfrm>
            <a:off x="1019175" y="5334000"/>
            <a:ext cx="11205210" cy="2286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>
              <a:lnSpc>
                <a:spcPts val="1800"/>
              </a:lnSpc>
              <a:buNone/>
              <a:defRPr lang="en-us"/>
            </a:pPr>
            <a:r>
              <a:rPr lang="en-us" sz="1200">
                <a:solidFill>
                  <a:srgbClr val="D1D5DB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우리가 일반적으로 자유의지라고 하는 것은 사실상 '설치된 사고'의 영향을 받는 것입니다. 하지만 이 소프트웨어는 교체할 수 있습니다.</a:t>
            </a:r>
            <a:endParaRPr lang="en-us" sz="1200">
              <a:solidFill>
                <a:srgbClr val="D1D5DB"/>
              </a:solidFill>
              <a:latin typeface="ui-sans-serif" pitchFamily="0" charset="0"/>
              <a:ea typeface="ui-sans-serif" pitchFamily="0" charset="0"/>
              <a:cs typeface="ui-sans-serif" pitchFamily="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p="http://schemas.openxmlformats.org/presentationml/2006/main" xmlns:r="http://schemas.openxmlformats.org/officeDocument/2006/relationships" xmlns:a="http://schemas.openxmlformats.org/drawingml/2006/main">
  <p:cSld name="Slide 8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/////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AAAAAAAAAAAASwAAMCoAABAAAAA="/>
              </a:ext>
            </a:extLst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3" name="Image 1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+////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0AIAANwFAABwCAAAGAYAABAAAAA="/>
              </a:ext>
            </a:extLst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457200" y="952500"/>
            <a:ext cx="914400" cy="381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4" name="Image 2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+////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0AIAAEALAAAwSAAAlBEAABAAAAA="/>
              </a:ext>
            </a:extLst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457200" y="1828800"/>
            <a:ext cx="11277600" cy="10287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5" name="Image 3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DAAAA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OAQAAKgMAABUBgAAxA4AABAAAAA="/>
              </a:ext>
            </a:extLst>
          </p:cNvPicPr>
          <p:nvPr/>
        </p:nvPicPr>
        <p:blipFill>
          <a:blip xmlns:r="http://schemas.openxmlformats.org/officeDocument/2006/relationships" r:embed="rId6"/>
          <a:stretch>
            <a:fillRect/>
          </a:stretch>
        </p:blipFill>
        <p:spPr>
          <a:xfrm>
            <a:off x="685800" y="2057400"/>
            <a:ext cx="342900" cy="3429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6" name="Image 4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LAAAA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0AIAAPwSAAAwSAAAUBkAABAAAAA="/>
              </a:ext>
            </a:extLst>
          </p:cNvPicPr>
          <p:nvPr/>
        </p:nvPicPr>
        <p:blipFill>
          <a:blip xmlns:r="http://schemas.openxmlformats.org/officeDocument/2006/relationships" r:embed="rId7"/>
          <a:stretch>
            <a:fillRect/>
          </a:stretch>
        </p:blipFill>
        <p:spPr>
          <a:xfrm>
            <a:off x="457200" y="3086100"/>
            <a:ext cx="11277600" cy="10287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7" name="Image 5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3////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OAQAAGQUAABUBgAAgBYAABAAAAA="/>
              </a:ext>
            </a:extLst>
          </p:cNvPicPr>
          <p:nvPr/>
        </p:nvPicPr>
        <p:blipFill>
          <a:blip xmlns:r="http://schemas.openxmlformats.org/officeDocument/2006/relationships" r:embed="rId8"/>
          <a:stretch>
            <a:fillRect/>
          </a:stretch>
        </p:blipFill>
        <p:spPr>
          <a:xfrm>
            <a:off x="685800" y="3314700"/>
            <a:ext cx="342900" cy="3429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8" name="Image 6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D+////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0AIAALgaAAAwSAAADCEAABAAAAA="/>
              </a:ext>
            </a:extLst>
          </p:cNvPicPr>
          <p:nvPr/>
        </p:nvPicPr>
        <p:blipFill>
          <a:blip xmlns:r="http://schemas.openxmlformats.org/officeDocument/2006/relationships" r:embed="rId9"/>
          <a:stretch>
            <a:fillRect/>
          </a:stretch>
        </p:blipFill>
        <p:spPr>
          <a:xfrm>
            <a:off x="457200" y="4343400"/>
            <a:ext cx="11277600" cy="10287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9" name="Image 7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OAQAACAcAABUBgAAPB4AABAAAAA="/>
              </a:ext>
            </a:extLst>
          </p:cNvPicPr>
          <p:nvPr/>
        </p:nvPicPr>
        <p:blipFill>
          <a:blip xmlns:r="http://schemas.openxmlformats.org/officeDocument/2006/relationships" r:embed="rId10"/>
          <a:stretch>
            <a:fillRect/>
          </a:stretch>
        </p:blipFill>
        <p:spPr>
          <a:xfrm>
            <a:off x="685800" y="4572000"/>
            <a:ext cx="342900" cy="3429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10" name="Image 8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kEIAALAEAABQRgAAcAgAABAAAAA="/>
              </a:ext>
            </a:extLst>
          </p:cNvPicPr>
          <p:nvPr/>
        </p:nvPicPr>
        <p:blipFill>
          <a:blip xmlns:r="http://schemas.openxmlformats.org/officeDocument/2006/relationships" r:embed="rId11"/>
          <a:stretch>
            <a:fillRect/>
          </a:stretch>
        </p:blipFill>
        <p:spPr>
          <a:xfrm>
            <a:off x="10820400" y="762000"/>
            <a:ext cx="609600" cy="6096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11" name="Image 9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sAQAADAbAABQCgAA0CAAABAAAAA="/>
              </a:ext>
            </a:extLst>
          </p:cNvPicPr>
          <p:nvPr/>
        </p:nvPicPr>
        <p:blipFill>
          <a:blip xmlns:r="http://schemas.openxmlformats.org/officeDocument/2006/relationships" r:embed="rId12"/>
          <a:stretch>
            <a:fillRect/>
          </a:stretch>
        </p:blipFill>
        <p:spPr>
          <a:xfrm>
            <a:off x="762000" y="4419600"/>
            <a:ext cx="914400" cy="9144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sp>
        <p:nvSpPr>
          <p:cNvPr id="12" name="Text 0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MAAAA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DQAgAA0AIAADBIAAAoBQAAEAAAAA=="/>
              </a:ext>
            </a:extLst>
          </p:cNvSpPr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>
              <a:lnSpc>
                <a:spcPts val="3000"/>
              </a:lnSpc>
              <a:buNone/>
              <a:defRPr lang="en-us"/>
            </a:pPr>
            <a:r>
              <a:rPr lang="en-us" sz="2700" b="1">
                <a:solidFill>
                  <a:srgbClr val="FFFFFF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3장에서의 나의 느낀 점</a:t>
            </a:r>
            <a:endParaRPr lang="en-us" sz="2700"/>
          </a:p>
        </p:txBody>
      </p:sp>
      <p:sp>
        <p:nvSpPr>
          <p:cNvPr id="13" name="Text 1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r///8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C8BwAAqAwAAJE4AABMDgAAEAAAAA=="/>
              </a:ext>
            </a:extLst>
          </p:cNvSpPr>
          <p:nvPr/>
        </p:nvSpPr>
        <p:spPr>
          <a:xfrm>
            <a:off x="1257300" y="2057400"/>
            <a:ext cx="7938135" cy="2667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>
              <a:lnSpc>
                <a:spcPts val="2100"/>
              </a:lnSpc>
              <a:buNone/>
              <a:defRPr lang="en-us"/>
            </a:pPr>
            <a:r>
              <a:rPr lang="en-us" sz="1500" b="1">
                <a:solidFill>
                  <a:srgbClr val="FFFFFF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지금의 나는 과거 사고방식의 결과물</a:t>
            </a:r>
            <a:endParaRPr lang="en-us" sz="1500"/>
          </a:p>
        </p:txBody>
      </p:sp>
      <p:sp>
        <p:nvSpPr>
          <p:cNvPr id="14" name="Text 2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r///8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C8BwAAxA4AAFVCAAAsEAAAEAAAAA=="/>
              </a:ext>
            </a:extLst>
          </p:cNvSpPr>
          <p:nvPr/>
        </p:nvSpPr>
        <p:spPr>
          <a:xfrm>
            <a:off x="1257300" y="2400300"/>
            <a:ext cx="9525635" cy="2286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>
              <a:lnSpc>
                <a:spcPts val="1800"/>
              </a:lnSpc>
              <a:buNone/>
              <a:defRPr lang="en-us"/>
            </a:pPr>
            <a:r>
              <a:rPr lang="en-us" sz="1200">
                <a:solidFill>
                  <a:srgbClr val="D1D5DB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현재의 나를 형성한 것은 과거의 선택과 사고방식들입니다. 내가 겪었던 실패와 도전들이 지금의 나를 만든 것입니다.</a:t>
            </a:r>
            <a:endParaRPr lang="en-us" sz="1200"/>
          </a:p>
        </p:txBody>
      </p:sp>
      <p:sp>
        <p:nvSpPr>
          <p:cNvPr id="15" name="Text 3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z///8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C8BwAAZBQAAEc8AAAIFgAAEAAAAA=="/>
              </a:ext>
            </a:extLst>
          </p:cNvSpPr>
          <p:nvPr/>
        </p:nvSpPr>
        <p:spPr>
          <a:xfrm>
            <a:off x="1257300" y="3314700"/>
            <a:ext cx="8541385" cy="2667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>
              <a:lnSpc>
                <a:spcPts val="2100"/>
              </a:lnSpc>
              <a:buNone/>
              <a:defRPr lang="en-us"/>
            </a:pPr>
            <a:r>
              <a:rPr lang="en-us" sz="1500" b="1">
                <a:solidFill>
                  <a:srgbClr val="FFFFFF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정체성을 바꾸는 것이 가장 큰 투자</a:t>
            </a:r>
            <a:endParaRPr lang="en-us" sz="1500"/>
          </a:p>
        </p:txBody>
      </p:sp>
      <p:sp>
        <p:nvSpPr>
          <p:cNvPr id="16" name="Text 4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j///8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C8BwAAgBYAAMpGAADoFwAAAAAAAA=="/>
              </a:ext>
            </a:extLst>
          </p:cNvSpPr>
          <p:nvPr/>
        </p:nvSpPr>
        <p:spPr>
          <a:xfrm>
            <a:off x="1257300" y="3657600"/>
            <a:ext cx="10250170" cy="2286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>
              <a:lnSpc>
                <a:spcPts val="1800"/>
              </a:lnSpc>
              <a:buNone/>
              <a:defRPr lang="en-us"/>
            </a:pPr>
            <a:r>
              <a:rPr lang="en-us" sz="1200">
                <a:solidFill>
                  <a:srgbClr val="D1D5DB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내 정체성을 바꾸는 것은 새로운 소프트웨어를 설치하는 것과 같습니다. </a:t>
            </a:r>
            <a:endParaRPr lang="en-us" sz="1200"/>
          </a:p>
        </p:txBody>
      </p:sp>
      <p:sp>
        <p:nvSpPr>
          <p:cNvPr id="17" name="Text 5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r///8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C8BwAAIBwAAAk7AADEHQAAEAAAAA=="/>
              </a:ext>
            </a:extLst>
          </p:cNvSpPr>
          <p:nvPr/>
        </p:nvSpPr>
        <p:spPr>
          <a:xfrm>
            <a:off x="1257300" y="4572000"/>
            <a:ext cx="8339455" cy="2667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>
              <a:lnSpc>
                <a:spcPts val="2100"/>
              </a:lnSpc>
              <a:buNone/>
              <a:defRPr lang="en-us"/>
            </a:pPr>
            <a:r>
              <a:rPr lang="en-us" sz="1500" b="1">
                <a:solidFill>
                  <a:srgbClr val="FFFFFF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새로운 나를 설계하는 것의 중요성</a:t>
            </a:r>
            <a:endParaRPr lang="en-us" sz="1500"/>
          </a:p>
        </p:txBody>
      </p:sp>
      <p:sp>
        <p:nvSpPr>
          <p:cNvPr id="18" name="Text 6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Pf///8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C8BwAAPB4AAExFAACkHwAAEAAAAA=="/>
              </a:ext>
            </a:extLst>
          </p:cNvSpPr>
          <p:nvPr/>
        </p:nvSpPr>
        <p:spPr>
          <a:xfrm>
            <a:off x="1257300" y="4914900"/>
            <a:ext cx="10007600" cy="2286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>
              <a:lnSpc>
                <a:spcPts val="1800"/>
              </a:lnSpc>
              <a:buNone/>
              <a:defRPr lang="en-us"/>
            </a:pPr>
            <a:r>
              <a:rPr lang="en-us" sz="1200">
                <a:solidFill>
                  <a:srgbClr val="D1D5DB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지속적 변화를 위해서는 새로운 나를 설계해야 합니다. 이 과정에서 나는 과거의 제약을 깨고, 새로운 가능성을 열어갑니다.</a:t>
            </a:r>
            <a:endParaRPr lang="en-us" sz="1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p="http://schemas.openxmlformats.org/presentationml/2006/main" xmlns:r="http://schemas.openxmlformats.org/officeDocument/2006/relationships" xmlns:a="http://schemas.openxmlformats.org/drawingml/2006/main">
  <p:cSld name="Slide 9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AAAAAAAAAAAASwAAMCoAABAAAAA="/>
              </a:ext>
            </a:extLst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3" name="Image 1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0AIAANwFAABwCAAAGAYAABAAAAA="/>
              </a:ext>
            </a:extLst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457200" y="952500"/>
            <a:ext cx="914400" cy="381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4" name="Image 2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gQYAANYLAADZFwAAmhoAABAAAAA="/>
              </a:ext>
            </a:extLst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1057275" y="1924050"/>
            <a:ext cx="2819400" cy="24003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5" name="Image 3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Hw4AAD4NAAA7EAAAWg8AABAAAAA="/>
              </a:ext>
            </a:extLst>
          </p:cNvPicPr>
          <p:nvPr/>
        </p:nvPicPr>
        <p:blipFill>
          <a:blip xmlns:r="http://schemas.openxmlformats.org/officeDocument/2006/relationships" r:embed="rId6"/>
          <a:stretch>
            <a:fillRect/>
          </a:stretch>
        </p:blipFill>
        <p:spPr>
          <a:xfrm>
            <a:off x="2295525" y="2152650"/>
            <a:ext cx="342900" cy="3429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6" name="Image 4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uRkAAHUSAAD0GgAA3RMAABAAAAA="/>
              </a:ext>
            </a:extLst>
          </p:cNvPicPr>
          <p:nvPr/>
        </p:nvPicPr>
        <p:blipFill>
          <a:blip xmlns:r="http://schemas.openxmlformats.org/officeDocument/2006/relationships" r:embed="rId7"/>
          <a:stretch>
            <a:fillRect/>
          </a:stretch>
        </p:blipFill>
        <p:spPr>
          <a:xfrm>
            <a:off x="4181475" y="3000375"/>
            <a:ext cx="200025" cy="2286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7" name="Image 5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1BwAANYLAAAsLgAAmhoAABAAAAA="/>
              </a:ext>
            </a:extLst>
          </p:cNvPicPr>
          <p:nvPr/>
        </p:nvPicPr>
        <p:blipFill>
          <a:blip xmlns:r="http://schemas.openxmlformats.org/officeDocument/2006/relationships" r:embed="rId8"/>
          <a:stretch>
            <a:fillRect/>
          </a:stretch>
        </p:blipFill>
        <p:spPr>
          <a:xfrm>
            <a:off x="4686300" y="1924050"/>
            <a:ext cx="2819400" cy="24003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8" name="Image 6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ciQAAD4NAACOJgAAWg8AABAAAAA="/>
              </a:ext>
            </a:extLst>
          </p:cNvPicPr>
          <p:nvPr/>
        </p:nvPicPr>
        <p:blipFill>
          <a:blip xmlns:r="http://schemas.openxmlformats.org/officeDocument/2006/relationships" r:embed="rId9"/>
          <a:stretch>
            <a:fillRect/>
          </a:stretch>
        </p:blipFill>
        <p:spPr>
          <a:xfrm>
            <a:off x="5924550" y="2152650"/>
            <a:ext cx="342900" cy="3429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9" name="Image 7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DDAAAHUSAABHMQAA3RMAABAAAAA="/>
              </a:ext>
            </a:extLst>
          </p:cNvPicPr>
          <p:nvPr/>
        </p:nvPicPr>
        <p:blipFill>
          <a:blip xmlns:r="http://schemas.openxmlformats.org/officeDocument/2006/relationships" r:embed="rId10"/>
          <a:stretch>
            <a:fillRect/>
          </a:stretch>
        </p:blipFill>
        <p:spPr>
          <a:xfrm>
            <a:off x="7810500" y="3000375"/>
            <a:ext cx="200025" cy="2286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10" name="Image 8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JzMAANYLAAB/RAAAmhoAABAAAAA="/>
              </a:ext>
            </a:extLst>
          </p:cNvPicPr>
          <p:nvPr/>
        </p:nvPicPr>
        <p:blipFill>
          <a:blip xmlns:r="http://schemas.openxmlformats.org/officeDocument/2006/relationships" r:embed="rId11"/>
          <a:stretch>
            <a:fillRect/>
          </a:stretch>
        </p:blipFill>
        <p:spPr>
          <a:xfrm>
            <a:off x="8315325" y="1924050"/>
            <a:ext cx="2819400" cy="24003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11" name="Image 9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gjoAAD4NAAAlPQAAWg8AABAAAAA="/>
              </a:ext>
            </a:extLst>
          </p:cNvPicPr>
          <p:nvPr/>
        </p:nvPicPr>
        <p:blipFill>
          <a:blip xmlns:r="http://schemas.openxmlformats.org/officeDocument/2006/relationships" r:embed="rId12"/>
          <a:stretch>
            <a:fillRect/>
          </a:stretch>
        </p:blipFill>
        <p:spPr>
          <a:xfrm>
            <a:off x="9511030" y="2152650"/>
            <a:ext cx="428625" cy="3429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12" name="Image 10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AAAAA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0AIAAPIcAAAwSAAAdiAAABAAAAA="/>
              </a:ext>
            </a:extLst>
          </p:cNvPicPr>
          <p:nvPr/>
        </p:nvPicPr>
        <p:blipFill>
          <a:blip xmlns:r="http://schemas.openxmlformats.org/officeDocument/2006/relationships" r:embed="rId13"/>
          <a:stretch>
            <a:fillRect/>
          </a:stretch>
        </p:blipFill>
        <p:spPr>
          <a:xfrm>
            <a:off x="457200" y="4705350"/>
            <a:ext cx="11277600" cy="5715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sp>
        <p:nvSpPr>
          <p:cNvPr id="13" name="Text 0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L9/wqM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DQAgAA0AIAADBIAAAoBQAAEAAAAA=="/>
              </a:ext>
            </a:extLst>
          </p:cNvSpPr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>
              <a:lnSpc>
                <a:spcPts val="3000"/>
              </a:lnSpc>
              <a:buNone/>
              <a:defRPr lang="en-us"/>
            </a:pPr>
            <a:r>
              <a:rPr lang="en-us" sz="2700" b="1">
                <a:solidFill>
                  <a:srgbClr val="FFFFFF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전체 요약</a:t>
            </a:r>
            <a:endParaRPr lang="en-us" sz="2700"/>
          </a:p>
        </p:txBody>
      </p:sp>
      <p:sp>
        <p:nvSpPr>
          <p:cNvPr id="14" name="Text 1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K59ufM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DpBwAAhhAAAHEWAAAqEgAAEAAAAA=="/>
              </a:ext>
            </a:extLst>
          </p:cNvSpPr>
          <p:nvPr/>
        </p:nvSpPr>
        <p:spPr>
          <a:xfrm>
            <a:off x="1285875" y="2686050"/>
            <a:ext cx="2362200" cy="2667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 algn="ctr">
              <a:lnSpc>
                <a:spcPts val="2100"/>
              </a:lnSpc>
              <a:buNone/>
              <a:defRPr lang="en-us"/>
            </a:pPr>
            <a:r>
              <a:rPr lang="en-us" sz="1500" b="1">
                <a:solidFill>
                  <a:srgbClr val="FFFFFF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1장: 작은 변화</a:t>
            </a:r>
            <a:endParaRPr lang="en-us" sz="1500"/>
          </a:p>
        </p:txBody>
      </p:sp>
      <p:sp>
        <p:nvSpPr>
          <p:cNvPr id="15" name="Text 2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GAYLsc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DpBwAA3hIAAHEWAABGFAAAEAAAAA=="/>
              </a:ext>
            </a:extLst>
          </p:cNvSpPr>
          <p:nvPr/>
        </p:nvSpPr>
        <p:spPr>
          <a:xfrm>
            <a:off x="1285875" y="3067050"/>
            <a:ext cx="2362200" cy="2286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 algn="ctr">
              <a:lnSpc>
                <a:spcPts val="1800"/>
              </a:lnSpc>
              <a:buNone/>
              <a:defRPr lang="en-us"/>
            </a:pPr>
            <a:r>
              <a:rPr lang="en-us" sz="1200">
                <a:solidFill>
                  <a:srgbClr val="D1D5DB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작은 변화가 시작점</a:t>
            </a:r>
            <a:endParaRPr lang="en-us" sz="1200"/>
          </a:p>
        </p:txBody>
      </p:sp>
      <p:sp>
        <p:nvSpPr>
          <p:cNvPr id="16" name="Text 3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B+sPM4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DpBwAANhUAAHEWAABiFgAAEAAAAA=="/>
              </a:ext>
            </a:extLst>
          </p:cNvSpPr>
          <p:nvPr/>
        </p:nvSpPr>
        <p:spPr>
          <a:xfrm>
            <a:off x="1285875" y="3448050"/>
            <a:ext cx="2362200" cy="1905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342900" indent="-342900" algn="l">
              <a:lnSpc>
                <a:spcPts val="1500"/>
              </a:lnSpc>
              <a:buSzTx/>
              <a:buChar char="•"/>
              <a:defRPr lang="en-us"/>
            </a:pPr>
            <a:r>
              <a:rPr lang="en-us" sz="1050">
                <a:solidFill>
                  <a:srgbClr val="D1D5DB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하루 2시간의 변화</a:t>
            </a:r>
            <a:endParaRPr lang="en-us" sz="1050"/>
          </a:p>
        </p:txBody>
      </p:sp>
      <p:sp>
        <p:nvSpPr>
          <p:cNvPr id="17" name="Text 4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L4Wu8E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DpBwAAnhYAAFkZAADKFwAAEAAAAA=="/>
              </a:ext>
            </a:extLst>
          </p:cNvSpPr>
          <p:nvPr/>
        </p:nvSpPr>
        <p:spPr>
          <a:xfrm>
            <a:off x="1285875" y="3676650"/>
            <a:ext cx="2834640" cy="1905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342900" indent="-342900" algn="l">
              <a:lnSpc>
                <a:spcPts val="1500"/>
              </a:lnSpc>
              <a:buSzTx/>
              <a:buChar char="•"/>
              <a:defRPr lang="en-us"/>
            </a:pPr>
            <a:r>
              <a:rPr lang="en-us" sz="1050">
                <a:solidFill>
                  <a:srgbClr val="D1D5DB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"그릇만큼의 돈을 모은다"</a:t>
            </a:r>
            <a:endParaRPr lang="en-us" sz="1050"/>
          </a:p>
        </p:txBody>
      </p:sp>
      <p:sp>
        <p:nvSpPr>
          <p:cNvPr id="18" name="Text 5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JeriNc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DpBwAABhgAAHEWAAAyGQAAEAAAAA=="/>
              </a:ext>
            </a:extLst>
          </p:cNvSpPr>
          <p:nvPr/>
        </p:nvSpPr>
        <p:spPr>
          <a:xfrm>
            <a:off x="1285875" y="3905250"/>
            <a:ext cx="2362200" cy="1905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342900" indent="-342900" algn="l">
              <a:lnSpc>
                <a:spcPts val="1500"/>
              </a:lnSpc>
              <a:buSzTx/>
              <a:buChar char="•"/>
              <a:defRPr lang="en-us"/>
            </a:pPr>
            <a:r>
              <a:rPr lang="en-us" sz="1050">
                <a:solidFill>
                  <a:srgbClr val="D1D5DB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반복된 행동의 힘</a:t>
            </a:r>
            <a:endParaRPr lang="en-us" sz="1050"/>
          </a:p>
        </p:txBody>
      </p:sp>
      <p:sp>
        <p:nvSpPr>
          <p:cNvPr id="19" name="Text 6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EIIISQ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DIHAAAhhAAADguAAAqEgAAEAAAAA=="/>
              </a:ext>
            </a:extLst>
          </p:cNvSpPr>
          <p:nvPr/>
        </p:nvSpPr>
        <p:spPr>
          <a:xfrm>
            <a:off x="4678680" y="2686050"/>
            <a:ext cx="2834640" cy="2667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 algn="ctr">
              <a:lnSpc>
                <a:spcPts val="2100"/>
              </a:lnSpc>
              <a:buNone/>
              <a:defRPr lang="en-us"/>
            </a:pPr>
            <a:r>
              <a:rPr lang="en-us" sz="1500" b="1">
                <a:solidFill>
                  <a:srgbClr val="FFFFFF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2장: 자의식 해체</a:t>
            </a:r>
            <a:endParaRPr lang="en-us" sz="1500"/>
          </a:p>
        </p:txBody>
      </p:sp>
      <p:sp>
        <p:nvSpPr>
          <p:cNvPr id="20" name="Text 7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KyfHu4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A8HgAA3hIAAMQsAABGFAAAEAAAAA=="/>
              </a:ext>
            </a:extLst>
          </p:cNvSpPr>
          <p:nvPr/>
        </p:nvSpPr>
        <p:spPr>
          <a:xfrm>
            <a:off x="4914900" y="3067050"/>
            <a:ext cx="2362200" cy="2286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 algn="ctr">
              <a:lnSpc>
                <a:spcPts val="1800"/>
              </a:lnSpc>
              <a:buNone/>
              <a:defRPr lang="en-us"/>
            </a:pPr>
            <a:r>
              <a:rPr lang="en-us" sz="1200">
                <a:solidFill>
                  <a:srgbClr val="D1D5DB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성장의 첫 단계</a:t>
            </a:r>
            <a:endParaRPr lang="en-us" sz="1200"/>
          </a:p>
        </p:txBody>
      </p:sp>
      <p:sp>
        <p:nvSpPr>
          <p:cNvPr id="21" name="Text 8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KPt6dA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A8HgAANhUAAMQsAABiFgAAEAAAAA=="/>
              </a:ext>
            </a:extLst>
          </p:cNvSpPr>
          <p:nvPr/>
        </p:nvSpPr>
        <p:spPr>
          <a:xfrm>
            <a:off x="4914900" y="3448050"/>
            <a:ext cx="2362200" cy="1905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342900" indent="-342900" algn="l">
              <a:lnSpc>
                <a:spcPts val="1500"/>
              </a:lnSpc>
              <a:buSzTx/>
              <a:buChar char="•"/>
              <a:defRPr lang="en-us"/>
            </a:pPr>
            <a:r>
              <a:rPr lang="en-us" sz="1050">
                <a:solidFill>
                  <a:srgbClr val="D1D5DB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자의식의 한계</a:t>
            </a:r>
            <a:endParaRPr lang="en-us" sz="1050"/>
          </a:p>
        </p:txBody>
      </p:sp>
      <p:sp>
        <p:nvSpPr>
          <p:cNvPr id="22" name="Text 9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H+9Wac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A8HgAAnhYAAMQsAADKFwAAEAAAAA=="/>
              </a:ext>
            </a:extLst>
          </p:cNvSpPr>
          <p:nvPr/>
        </p:nvSpPr>
        <p:spPr>
          <a:xfrm>
            <a:off x="4914900" y="3676650"/>
            <a:ext cx="2362200" cy="1905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342900" indent="-342900" algn="l">
              <a:lnSpc>
                <a:spcPts val="1500"/>
              </a:lnSpc>
              <a:buSzTx/>
              <a:buChar char="•"/>
              <a:defRPr lang="en-us"/>
            </a:pPr>
            <a:r>
              <a:rPr lang="en-us" sz="1050">
                <a:solidFill>
                  <a:srgbClr val="D1D5DB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타인의 시선과 자존심</a:t>
            </a:r>
            <a:endParaRPr lang="en-us" sz="1050"/>
          </a:p>
        </p:txBody>
      </p:sp>
      <p:sp>
        <p:nvSpPr>
          <p:cNvPr id="23" name="Text 10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H//5Jc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A8HgAABhgAAMQsAAAyGQAAEAAAAA=="/>
              </a:ext>
            </a:extLst>
          </p:cNvSpPr>
          <p:nvPr/>
        </p:nvSpPr>
        <p:spPr>
          <a:xfrm>
            <a:off x="4914900" y="3905250"/>
            <a:ext cx="2362200" cy="1905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342900" indent="-342900" algn="l">
              <a:lnSpc>
                <a:spcPts val="1500"/>
              </a:lnSpc>
              <a:buSzTx/>
              <a:buChar char="•"/>
              <a:defRPr lang="en-us"/>
            </a:pPr>
            <a:r>
              <a:rPr lang="en-us" sz="1050">
                <a:solidFill>
                  <a:srgbClr val="D1D5DB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3단계 자의식 해체</a:t>
            </a:r>
            <a:endParaRPr lang="en-us" sz="1050"/>
          </a:p>
        </p:txBody>
      </p:sp>
      <p:sp>
        <p:nvSpPr>
          <p:cNvPr id="24" name="Text 11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O71pq4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AbMwAAhhAAAItEAAAqEgAAEAAAAA=="/>
              </a:ext>
            </a:extLst>
          </p:cNvSpPr>
          <p:nvPr/>
        </p:nvSpPr>
        <p:spPr>
          <a:xfrm>
            <a:off x="8307705" y="2686050"/>
            <a:ext cx="2834640" cy="2667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 algn="ctr">
              <a:lnSpc>
                <a:spcPts val="2100"/>
              </a:lnSpc>
              <a:buNone/>
              <a:defRPr lang="en-us"/>
            </a:pPr>
            <a:r>
              <a:rPr lang="en-us" sz="1500" b="1">
                <a:solidFill>
                  <a:srgbClr val="FFFFFF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3장: 정체성 재설계</a:t>
            </a:r>
            <a:endParaRPr lang="en-us" sz="1500"/>
          </a:p>
        </p:txBody>
      </p:sp>
      <p:sp>
        <p:nvSpPr>
          <p:cNvPr id="25" name="Text 12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FrJ5eo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CPNAAA3hIAABdDAABGFAAAEAAAAA=="/>
              </a:ext>
            </a:extLst>
          </p:cNvSpPr>
          <p:nvPr/>
        </p:nvSpPr>
        <p:spPr>
          <a:xfrm>
            <a:off x="8543925" y="3067050"/>
            <a:ext cx="2362200" cy="2286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 algn="ctr">
              <a:lnSpc>
                <a:spcPts val="1800"/>
              </a:lnSpc>
              <a:buNone/>
              <a:defRPr lang="en-us"/>
            </a:pPr>
            <a:r>
              <a:rPr lang="en-us" sz="1200">
                <a:solidFill>
                  <a:srgbClr val="D1D5DB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지속적 변화의 핵심</a:t>
            </a:r>
            <a:endParaRPr lang="en-us" sz="1200"/>
          </a:p>
        </p:txBody>
      </p:sp>
      <p:sp>
        <p:nvSpPr>
          <p:cNvPr id="26" name="Text 13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NNtt+A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CPNAAANhUAABdDAABiFgAAEAAAAA=="/>
              </a:ext>
            </a:extLst>
          </p:cNvSpPr>
          <p:nvPr/>
        </p:nvSpPr>
        <p:spPr>
          <a:xfrm>
            <a:off x="8543925" y="3448050"/>
            <a:ext cx="2362200" cy="1905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342900" indent="-342900" algn="l">
              <a:lnSpc>
                <a:spcPts val="1500"/>
              </a:lnSpc>
              <a:buSzTx/>
              <a:buChar char="•"/>
              <a:defRPr lang="en-us"/>
            </a:pPr>
            <a:r>
              <a:rPr lang="en-us" sz="1050">
                <a:solidFill>
                  <a:srgbClr val="D1D5DB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정체성은 소프트웨어</a:t>
            </a:r>
            <a:endParaRPr lang="en-us" sz="1050"/>
          </a:p>
        </p:txBody>
      </p:sp>
      <p:sp>
        <p:nvSpPr>
          <p:cNvPr id="27" name="Text 14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CPNAAAnhYAABdDAADKFwAAEAAAAA=="/>
              </a:ext>
            </a:extLst>
          </p:cNvSpPr>
          <p:nvPr/>
        </p:nvSpPr>
        <p:spPr>
          <a:xfrm>
            <a:off x="8543925" y="3676650"/>
            <a:ext cx="2362200" cy="1905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342900" indent="-342900" algn="l">
              <a:lnSpc>
                <a:spcPts val="1500"/>
              </a:lnSpc>
              <a:buSzTx/>
              <a:buChar char="•"/>
              <a:defRPr lang="en-us"/>
            </a:pPr>
            <a:r>
              <a:rPr lang="en-us" sz="1050">
                <a:solidFill>
                  <a:srgbClr val="D1D5DB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행동→습관→정체성</a:t>
            </a:r>
            <a:endParaRPr lang="en-us" sz="1050"/>
          </a:p>
        </p:txBody>
      </p:sp>
      <p:sp>
        <p:nvSpPr>
          <p:cNvPr id="28" name="Text 15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CPNAAABhgAAP9FAAAyGQAAEAAAAA=="/>
              </a:ext>
            </a:extLst>
          </p:cNvSpPr>
          <p:nvPr/>
        </p:nvSpPr>
        <p:spPr>
          <a:xfrm>
            <a:off x="8543925" y="3905250"/>
            <a:ext cx="2834640" cy="1905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342900" indent="-342900" algn="l">
              <a:lnSpc>
                <a:spcPts val="1500"/>
              </a:lnSpc>
              <a:buSzTx/>
              <a:buChar char="•"/>
              <a:defRPr lang="en-us"/>
            </a:pPr>
            <a:r>
              <a:rPr lang="en-us" sz="1050">
                <a:solidFill>
                  <a:srgbClr val="D1D5DB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자유의지보다 '설치된 사고'</a:t>
            </a:r>
            <a:endParaRPr lang="en-us" sz="1050"/>
          </a:p>
        </p:txBody>
      </p:sp>
      <p:sp>
        <p:nvSpPr>
          <p:cNvPr id="29" name="Text 16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AA/f//4h0AAABOAACGHwAAEAAAAA=="/>
              </a:ext>
            </a:extLst>
          </p:cNvSpPr>
          <p:nvPr/>
        </p:nvSpPr>
        <p:spPr>
          <a:xfrm>
            <a:off x="-487680" y="4857750"/>
            <a:ext cx="13167360" cy="2667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 algn="ctr">
              <a:lnSpc>
                <a:spcPts val="2100"/>
              </a:lnSpc>
              <a:buNone/>
              <a:defRPr lang="en-us"/>
            </a:pPr>
            <a:r>
              <a:rPr lang="en-us" sz="1350" b="1">
                <a:solidFill>
                  <a:srgbClr val="93C5FD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정리</a:t>
            </a:r>
            <a:r>
              <a:rPr lang="en-us" sz="1350" b="1">
                <a:solidFill>
                  <a:srgbClr val="FFFFFF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: 작은 변화에서부터 시작하여 자의식을 해체하고 정체성을 재설계함으로써 지속적인 성장이 가능하다</a:t>
            </a:r>
            <a:endParaRPr lang="en-us" sz="1350" b="1">
              <a:latin typeface="ui-sans-serif" pitchFamily="0" charset="0"/>
              <a:ea typeface="ui-sans-serif" pitchFamily="0" charset="0"/>
              <a:cs typeface="ui-sans-serif" pitchFamily="0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p="http://schemas.openxmlformats.org/presentationml/2006/main" xmlns:r="http://schemas.openxmlformats.org/officeDocument/2006/relationships" xmlns:a="http://schemas.openxmlformats.org/drawingml/2006/main">
  <p:cSld name="Slide 10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GAAAA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AAAAAAAAAAAASwAAMCoAABAAAAA="/>
              </a:ext>
            </a:extLst>
          </p:cNvPicPr>
          <p:nvPr/>
        </p:nvPicPr>
        <p:blipFill>
          <a:blip xmlns:r="http://schemas.openxmlformats.org/officeDocument/2006/relationships" r:embed="rId3"/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3" name="Image 1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EAAAA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0AIAANwFAABwCAAAGAYAABAAAAA="/>
              </a:ext>
            </a:extLst>
          </p:cNvPicPr>
          <p:nvPr/>
        </p:nvPicPr>
        <p:blipFill>
          <a:blip xmlns:r="http://schemas.openxmlformats.org/officeDocument/2006/relationships" r:embed="rId4"/>
          <a:stretch>
            <a:fillRect/>
          </a:stretch>
        </p:blipFill>
        <p:spPr>
          <a:xfrm>
            <a:off x="457200" y="952500"/>
            <a:ext cx="914400" cy="381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4" name="Image 2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BAAAA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0AIAAAQLAABUJAAAwBIAABAAAAA="/>
              </a:ext>
            </a:extLst>
          </p:cNvPicPr>
          <p:nvPr/>
        </p:nvPicPr>
        <p:blipFill>
          <a:blip xmlns:r="http://schemas.openxmlformats.org/officeDocument/2006/relationships" r:embed="rId5"/>
          <a:stretch>
            <a:fillRect/>
          </a:stretch>
        </p:blipFill>
        <p:spPr>
          <a:xfrm>
            <a:off x="457200" y="1790700"/>
            <a:ext cx="5448300" cy="12573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5" name="Image 3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CAAAA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OAQAAHsMAAD6BQAAPQ4AABAAAAA="/>
              </a:ext>
            </a:extLst>
          </p:cNvPicPr>
          <p:nvPr/>
        </p:nvPicPr>
        <p:blipFill>
          <a:blip xmlns:r="http://schemas.openxmlformats.org/officeDocument/2006/relationships" r:embed="rId6"/>
          <a:stretch>
            <a:fillRect/>
          </a:stretch>
        </p:blipFill>
        <p:spPr>
          <a:xfrm>
            <a:off x="685800" y="2028825"/>
            <a:ext cx="285750" cy="28575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6" name="Image 4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DAAAA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0AIAACgUAABUJAAA5BsAABAAAAA="/>
              </a:ext>
            </a:extLst>
          </p:cNvPicPr>
          <p:nvPr/>
        </p:nvPicPr>
        <p:blipFill>
          <a:blip xmlns:r="http://schemas.openxmlformats.org/officeDocument/2006/relationships" r:embed="rId7"/>
          <a:stretch>
            <a:fillRect/>
          </a:stretch>
        </p:blipFill>
        <p:spPr>
          <a:xfrm>
            <a:off x="457200" y="3276600"/>
            <a:ext cx="5448300" cy="12573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7" name="Image 5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CAAAA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OAQAAJ8VAAD6BQAAYRcAABAAAAA="/>
              </a:ext>
            </a:extLst>
          </p:cNvPicPr>
          <p:nvPr/>
        </p:nvPicPr>
        <p:blipFill>
          <a:blip xmlns:r="http://schemas.openxmlformats.org/officeDocument/2006/relationships" r:embed="rId8"/>
          <a:stretch>
            <a:fillRect/>
          </a:stretch>
        </p:blipFill>
        <p:spPr>
          <a:xfrm>
            <a:off x="685800" y="3514725"/>
            <a:ext cx="285750" cy="28575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8" name="Image 6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FAAAA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rCYAAAQLAAAwSAAAwBIAABAAAAA="/>
              </a:ext>
            </a:extLst>
          </p:cNvPicPr>
          <p:nvPr/>
        </p:nvPicPr>
        <p:blipFill>
          <a:blip xmlns:r="http://schemas.openxmlformats.org/officeDocument/2006/relationships" r:embed="rId9"/>
          <a:stretch>
            <a:fillRect/>
          </a:stretch>
        </p:blipFill>
        <p:spPr>
          <a:xfrm>
            <a:off x="6286500" y="1790700"/>
            <a:ext cx="5448300" cy="12573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9" name="Image 7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FAAAA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FCgAAHsMAABtKQAAPQ4AABAAAAA="/>
              </a:ext>
            </a:extLst>
          </p:cNvPicPr>
          <p:nvPr/>
        </p:nvPicPr>
        <p:blipFill>
          <a:blip xmlns:r="http://schemas.openxmlformats.org/officeDocument/2006/relationships" r:embed="rId10"/>
          <a:stretch>
            <a:fillRect/>
          </a:stretch>
        </p:blipFill>
        <p:spPr>
          <a:xfrm>
            <a:off x="6515100" y="2028825"/>
            <a:ext cx="219075" cy="28575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10" name="Image 8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B8AAAA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rCYAACgUAAAwSAAA5BsAABAAAAA="/>
              </a:ext>
            </a:extLst>
          </p:cNvPicPr>
          <p:nvPr/>
        </p:nvPicPr>
        <p:blipFill>
          <a:blip xmlns:r="http://schemas.openxmlformats.org/officeDocument/2006/relationships" r:embed="rId11"/>
          <a:stretch>
            <a:fillRect/>
          </a:stretch>
        </p:blipFill>
        <p:spPr>
          <a:xfrm>
            <a:off x="6286500" y="3276600"/>
            <a:ext cx="5448300" cy="12573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pic>
        <p:nvPicPr>
          <p:cNvPr id="11" name="Image 9" descr="preencoded.png"/>
          <p:cNvPicPr>
            <a:picLocks noChangeAspect="1"/>
            <a:extLst>
              <a:ext uri="smNativeData">
                <pr:smNativeData xmlns:pr="smNativeData" val="SMDATA_14_kSkcaRMAAAAlAAAAEQAAAC0AAAAAkAAAAEgAAACQAAAASAAAAAAAAAAAAAAAAAAAAAEAAABQAAAAAAAAAAAA4D8AAAAAAADgPwAAAAAAAOA/AAAAAAAA4D8AAAAAAADgPwAAAAAAAOA/AAAAAAAA4D8AAAAAAADgPwAAAAAAAOA/AAAAAAAA4D8CAAAAjAAAAAAAAAAAAAAA////AP///wgAAAAAAAAAAAAAAAAAAAAAAAAAAAAAAAAAAAAAeAAAAAEAAABAAAAAAAAAAAAAAAB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AcAAAA4AAAAAAAAAAAAAAAAAAAA////AAAAAAAAAAAAAAAAAAAAAAAAAAAAAAAAAAAAAABkAAAAZAAAAAAAAAAjAAAABAAAAGQAAAAXAAAAFAAAAAAAAAAAAAAA/38AAP9/AAAAAAAACQAAAAQAAAAGAAAADAAAABAAAAAAAAAAAAAAAAAAAAAAAAAAHgAAAGgAAAAAAAAAAAAAAAAAAAAAAAAAAAAAABAnAAAQJwAAAAAAAAAAAAAAAAAAAAAAAAAAAAAAAAAAAAAAAAAAAAAUAAAAAAAAAMDA/wAAAAAAZAAAADIAAAAAAAAAZAAAAAAAAAB/f38ACgAAAB8AAABUAAAA////AP///wEAAAAAAAAAAAAAAAAAAAAAAAAAAAAAAAAAAAAAAAAAAAAAAAB/f38A5+bmA8zMzADAwP8Af39/AAAAAAAAAAAAAAAAAP///wAAAAAAIQAAABgAAAAUAAAAFCgAAJ8VAABOKgAAYRcAABAAAAA="/>
              </a:ext>
            </a:extLst>
          </p:cNvPicPr>
          <p:nvPr/>
        </p:nvPicPr>
        <p:blipFill>
          <a:blip xmlns:r="http://schemas.openxmlformats.org/officeDocument/2006/relationships" r:embed="rId12"/>
          <a:stretch>
            <a:fillRect/>
          </a:stretch>
        </p:blipFill>
        <p:spPr>
          <a:xfrm>
            <a:off x="6515100" y="3514725"/>
            <a:ext cx="361950" cy="28575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</p:pic>
      <p:sp>
        <p:nvSpPr>
          <p:cNvPr id="12" name="Text 0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DQAgAA0AIAADBIAAAoBQAAEAAAAA=="/>
              </a:ext>
            </a:extLst>
          </p:cNvSpPr>
          <p:nvPr/>
        </p:nvSpPr>
        <p:spPr>
          <a:xfrm>
            <a:off x="457200" y="457200"/>
            <a:ext cx="11277600" cy="3810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>
              <a:lnSpc>
                <a:spcPts val="3000"/>
              </a:lnSpc>
              <a:buNone/>
              <a:defRPr lang="en-us"/>
            </a:pPr>
            <a:r>
              <a:rPr lang="en-us" sz="2700" b="1">
                <a:solidFill>
                  <a:srgbClr val="FFFFFF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마무리</a:t>
            </a:r>
            <a:endParaRPr lang="en-us" sz="2700"/>
          </a:p>
        </p:txBody>
      </p:sp>
      <p:sp>
        <p:nvSpPr>
          <p:cNvPr id="13" name="Text 1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DqBgAAbAwAAOwiAAAQDgAAEAAAAA=="/>
              </a:ext>
            </a:extLst>
          </p:cNvSpPr>
          <p:nvPr/>
        </p:nvSpPr>
        <p:spPr>
          <a:xfrm>
            <a:off x="1123950" y="2019300"/>
            <a:ext cx="4552950" cy="2667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>
              <a:lnSpc>
                <a:spcPts val="2100"/>
              </a:lnSpc>
              <a:buNone/>
              <a:defRPr lang="en-us"/>
            </a:pPr>
            <a:r>
              <a:rPr lang="en-us" sz="1500" b="1">
                <a:solidFill>
                  <a:srgbClr val="FFFFFF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앞으로의 정체성</a:t>
            </a:r>
            <a:endParaRPr lang="en-us" sz="1500"/>
          </a:p>
        </p:txBody>
      </p:sp>
      <p:sp>
        <p:nvSpPr>
          <p:cNvPr id="14" name="Text 2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DqBgAAiA4AAOwiAABYEQAAEAAAAA=="/>
              </a:ext>
            </a:extLst>
          </p:cNvSpPr>
          <p:nvPr/>
        </p:nvSpPr>
        <p:spPr>
          <a:xfrm>
            <a:off x="1123950" y="2362200"/>
            <a:ext cx="4552950" cy="4572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>
              <a:lnSpc>
                <a:spcPts val="1800"/>
              </a:lnSpc>
              <a:buNone/>
              <a:defRPr lang="en-us"/>
            </a:pPr>
            <a:r>
              <a:rPr lang="en-us" sz="1200">
                <a:solidFill>
                  <a:srgbClr val="D1D5DB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저자는 "정체성은 설치할 수 있는 소프트웨어"라고 말합니다. 앞으로 나는 새로운 나를 설계하여 설치할 계획입니다.</a:t>
            </a:r>
            <a:endParaRPr lang="en-us" sz="1200"/>
          </a:p>
        </p:txBody>
      </p:sp>
      <p:sp>
        <p:nvSpPr>
          <p:cNvPr id="15" name="Text 3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DqBgAAkBUAAOwiAAA0FwAAEAAAAA=="/>
              </a:ext>
            </a:extLst>
          </p:cNvSpPr>
          <p:nvPr/>
        </p:nvSpPr>
        <p:spPr>
          <a:xfrm>
            <a:off x="1123950" y="3505200"/>
            <a:ext cx="4552950" cy="2667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>
              <a:lnSpc>
                <a:spcPts val="2100"/>
              </a:lnSpc>
              <a:buNone/>
              <a:defRPr lang="en-us"/>
            </a:pPr>
            <a:r>
              <a:rPr lang="en-us" sz="1500" b="1">
                <a:solidFill>
                  <a:srgbClr val="FFFFFF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시스템의 일상적 적용</a:t>
            </a:r>
            <a:endParaRPr lang="en-us" sz="1500"/>
          </a:p>
        </p:txBody>
      </p:sp>
      <p:sp>
        <p:nvSpPr>
          <p:cNvPr id="16" name="Text 4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DqBgAArBcAAOwiAAB8GgAAEAAAAA=="/>
              </a:ext>
            </a:extLst>
          </p:cNvSpPr>
          <p:nvPr/>
        </p:nvSpPr>
        <p:spPr>
          <a:xfrm>
            <a:off x="1123950" y="3848100"/>
            <a:ext cx="4552950" cy="4572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>
              <a:lnSpc>
                <a:spcPts val="1800"/>
              </a:lnSpc>
              <a:buNone/>
              <a:defRPr lang="en-us"/>
            </a:pPr>
            <a:r>
              <a:rPr lang="en-us" sz="1200">
                <a:solidFill>
                  <a:srgbClr val="D1D5DB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역행자의 시스템을 내 일상에 지속적으로 적용하여, 작은 변화를積적으로 쌓아갈 계획입니다.</a:t>
            </a:r>
            <a:endParaRPr lang="en-us" sz="1200"/>
          </a:p>
        </p:txBody>
      </p:sp>
      <p:sp>
        <p:nvSpPr>
          <p:cNvPr id="17" name="Text 5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BdKgAAbAwAAMhGAAAQDgAAEAAAAA=="/>
              </a:ext>
            </a:extLst>
          </p:cNvSpPr>
          <p:nvPr/>
        </p:nvSpPr>
        <p:spPr>
          <a:xfrm>
            <a:off x="6886575" y="2019300"/>
            <a:ext cx="4619625" cy="2667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>
              <a:lnSpc>
                <a:spcPts val="2100"/>
              </a:lnSpc>
              <a:buNone/>
              <a:defRPr lang="en-us"/>
            </a:pPr>
            <a:r>
              <a:rPr lang="en-us" sz="1500" b="1">
                <a:solidFill>
                  <a:srgbClr val="FFFFFF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새로운 사고방식</a:t>
            </a:r>
            <a:endParaRPr lang="en-us" sz="1500"/>
          </a:p>
        </p:txBody>
      </p:sp>
      <p:sp>
        <p:nvSpPr>
          <p:cNvPr id="18" name="Text 6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BdKgAAiA4AAMhGAABYEQAAEAAAAA=="/>
              </a:ext>
            </a:extLst>
          </p:cNvSpPr>
          <p:nvPr/>
        </p:nvSpPr>
        <p:spPr>
          <a:xfrm>
            <a:off x="6886575" y="2362200"/>
            <a:ext cx="4619625" cy="4572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>
              <a:lnSpc>
                <a:spcPts val="1800"/>
              </a:lnSpc>
              <a:buNone/>
              <a:defRPr lang="en-us"/>
            </a:pPr>
            <a:r>
              <a:rPr lang="en-us" sz="1200">
                <a:solidFill>
                  <a:srgbClr val="D1D5DB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"自由의지보다 '설치된 사고'가 더 큰 영향"을 받아, 새로운 사고방식을 설치하는 과정을 시작합니다.</a:t>
            </a:r>
            <a:endParaRPr lang="en-us" sz="1200"/>
          </a:p>
        </p:txBody>
      </p:sp>
      <p:sp>
        <p:nvSpPr>
          <p:cNvPr id="19" name="Text 7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A+KwAAkBUAAMhGAAA0FwAAEAAAAA=="/>
              </a:ext>
            </a:extLst>
          </p:cNvSpPr>
          <p:nvPr/>
        </p:nvSpPr>
        <p:spPr>
          <a:xfrm>
            <a:off x="7029450" y="3505200"/>
            <a:ext cx="4476750" cy="2667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>
              <a:lnSpc>
                <a:spcPts val="2100"/>
              </a:lnSpc>
              <a:buNone/>
              <a:defRPr lang="en-us"/>
            </a:pPr>
            <a:r>
              <a:rPr lang="en-us" sz="1500" b="1">
                <a:solidFill>
                  <a:srgbClr val="FFFFFF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실행에 옮기기</a:t>
            </a:r>
            <a:endParaRPr lang="en-us" sz="1500"/>
          </a:p>
        </p:txBody>
      </p:sp>
      <p:sp>
        <p:nvSpPr>
          <p:cNvPr id="20" name="Text 8"/>
          <p:cNvSpPr>
            <a:extLst>
              <a:ext uri="smNativeData">
                <pr:smNativeData xmlns:pr="smNativeData" val="SMDATA_12_kSkcaRMAAAAlAAAAZAAAAA0AAAAAAAAAAAAAAAAAAAAAAAAAAAAAAAAAAAAAAAAAAAEAAABQAAAAAAAAAAAA4D8AAAAAAADgPwAAAAAAAOA/AAAAAAAA4D8AAAAAAADgPwAAAAAAAOA/AAAAAAAA4D8AAAAAAADgPwAAAAAAAOA/AAAAAAAA4D8CAAAAjAAAAAAAAAAAAAAARHLEDP///wgAAAAAAAAAAAAAAAAAAAAAAAAAAAAAAAAAAAAAZAAAAAEAAABAAAAAAAAAAAAAAAAAAAAAAAAAAAAAAAAAAAAAAAAAAAAAAAAAAAAAAAAAAAAAAAAAAAAAAAAAAAAAAAAAAAAAAAAAAAAAAAAAAAAAAAAAAAAAAAAAAAAAFAAAADwAAAAAAAAAAAAAAAAAAAAPAAAAAQAAACMAAAAjAAAAIwAAAB4AAAAAAAAAZAAAAGQAAAAAAAAAZAAAAGQAAAAVAAAAYAAAAAAAAAAAAAAADwAAACADAAAAAAAAAAAAAAEAAACgMgAAVgcAAKr4//8BAAAAf39/AAEAAABkAAAAAAAAABQAAABAHwAAAAAAACYAAAAAAAAAwOD//wAAAAAmAAAAZAAAABYAAABMAAAAAAAAAAAAAAAEAAAAAAAAAAEAAADn5uYKAAAAACgAAAAoAAAAZAAAAGQAAAAAAAAAzMzMAAAAAABQAAAAUAAAAGQAAABkAAAAAAAAABcAAAAUAAAAAAAAAAAAAAD/fwAA/38AAAAAAAAJAAAABAAAAAAAAAAMAAAAEAAAAAAAAAAAAAAAAAAAAAAAAAAeAAAAaAAAAAAAAAAAAAAAAAAAAAAAAAAAAAAAECcAABAnAAAAAAAAAAAAAAAAAAAAAAAAAAAAAAAAAAAAAAAAAAAAABQAAAAAAAAAwMD/AAAAAABkAAAAMgAAAAAAAABkAAAAAAAAAH9/fwAKAAAAHwAAAFQAAABEcsQF////AQAAAAAAAAAAAAAAAAAAAAAAAAAAAAAAAAAAAAAAAAAAAAAAAH9/fwDn5uYDzMzMAMDA/wB/f38AAAAAAAAAAAAAAAAAAAAAAAAAAAAhAAAAGAAAABQAAAA+KwAArBcAAMhGAAB8GgAAEAAAAA=="/>
              </a:ext>
            </a:extLst>
          </p:cNvSpPr>
          <p:nvPr/>
        </p:nvSpPr>
        <p:spPr>
          <a:xfrm>
            <a:off x="7029450" y="3848100"/>
            <a:ext cx="4476750" cy="457200"/>
          </a:xfrm>
          <a:prstGeom prst="rect">
            <a:avLst/>
          </a:prstGeom>
          <a:noFill/>
          <a:ln w="9525" cap="flat" cmpd="sng" algn="ctr">
            <a:noFill/>
            <a:prstDash val="solid"/>
            <a:headEnd type="none" w="med" len="med"/>
            <a:tailEnd type="none" w="med" len="med"/>
          </a:ln>
          <a:effectLst/>
        </p:spPr>
        <p:txBody>
          <a:bodyPr vert="horz" wrap="square" lIns="0" tIns="0" rIns="0" bIns="0" numCol="1" anchor="t"/>
          <a:lstStyle>
            <a:lvl1pPr marL="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1pPr>
            <a:lvl2pPr marL="4572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2pPr>
            <a:lvl3pPr marL="9144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3pPr>
            <a:lvl4pPr marL="13716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4pPr>
            <a:lvl5pPr marL="1828800" marR="0" indent="0" algn="l" defTabSz="91440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  <a:tabLst/>
              <a:defRPr lang="en-us" sz="1800" b="0" i="0" u="none" strike="noStrike" kern="1" spc="0" baseline="0">
                <a:solidFill>
                  <a:schemeClr val="tx1"/>
                </a:solidFill>
                <a:effectLst/>
                <a:latin typeface="Calibri" pitchFamily="2" charset="0"/>
                <a:ea typeface="Calibri" pitchFamily="2" charset="0"/>
                <a:cs typeface="Calibri" pitchFamily="2" charset="0"/>
              </a:defRPr>
            </a:lvl5pPr>
          </a:lstStyle>
          <a:p>
            <a:pPr marL="0" indent="0">
              <a:lnSpc>
                <a:spcPts val="1800"/>
              </a:lnSpc>
              <a:buNone/>
              <a:defRPr lang="en-us"/>
            </a:pPr>
            <a:r>
              <a:rPr lang="en-us" sz="1200">
                <a:solidFill>
                  <a:srgbClr val="D1D5DB"/>
                </a:solidFill>
                <a:latin typeface="ui-sans-serif" pitchFamily="0" charset="0"/>
                <a:ea typeface="ui-sans-serif" pitchFamily="0" charset="0"/>
                <a:cs typeface="ui-sans-serif" pitchFamily="0" charset="0"/>
              </a:rPr>
              <a:t>이번 독후감을 통해 얻은 통찰을 단순한 지식이 아닌, 생활의 방식으로 변화시키겠습니다.</a:t>
            </a:r>
            <a:endParaRPr lang="en-us" sz="120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ppt/theme/theme2.xml><?xml version="1.0" encoding="utf-8"?>
<a:theme xmlns:a="http://schemas.openxmlformats.org/drawingml/2006/main" name="Presentation">
  <a:themeElements>
    <a:clrScheme name="Presentation 1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resentation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>
    <a:extraClrScheme>
      <a:clrScheme name="Presentation 1">
        <a:dk1>
          <a:srgbClr val="000000"/>
        </a:dk1>
        <a:lt1>
          <a:srgbClr val="FFFFFF"/>
        </a:lt1>
        <a:dk2>
          <a:srgbClr val="44546A"/>
        </a:dk2>
        <a:lt2>
          <a:srgbClr val="E7E6E6"/>
        </a:lt2>
        <a:accent1>
          <a:srgbClr val="4472C4"/>
        </a:accent1>
        <a:accent2>
          <a:srgbClr val="ED7D31"/>
        </a:accent2>
        <a:accent3>
          <a:srgbClr val="A5A5A5"/>
        </a:accent3>
        <a:accent4>
          <a:srgbClr val="FFC000"/>
        </a:accent4>
        <a:accent5>
          <a:srgbClr val="5B9BD5"/>
        </a:accent5>
        <a:accent6>
          <a:srgbClr val="70AD47"/>
        </a:accent6>
        <a:hlink>
          <a:srgbClr val="0563C1"/>
        </a:hlink>
        <a:folHlink>
          <a:srgbClr val="954F72"/>
        </a:folHlink>
      </a:clrScheme>
      <a:clrMap bg1="lt1" tx1="dk1" bg2="lt2" tx2="dk2" accent1="accent1" accent2="accent2" accent3="accent3" accent4="accent4" accent5="accent5" accent6="accent6" hlink="hlink" folHlink="folHlink"/>
    </a:extraClrScheme>
  </a:extraClrSchemeLst>
</a:theme>
</file>

<file path=docProps/app.xml><?xml version="1.0" encoding="utf-8"?>
<Properties xmlns="http://schemas.openxmlformats.org/officeDocument/2006/extended-properties" xmlns:vt="http://schemas.openxmlformats.org/officeDocument/2006/docPropsVTypes"/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keywords/>
  <dc:description/>
  <cp:lastModifiedBy>Administrator</cp:lastModifiedBy>
  <cp:revision>0</cp:revision>
  <dcterms:created xsi:type="dcterms:W3CDTF">2025-11-18T07:53:54Z</dcterms:created>
  <dcterms:modified xsi:type="dcterms:W3CDTF">2025-11-18T17:08:49Z</dcterms:modified>
</cp:coreProperties>
</file>